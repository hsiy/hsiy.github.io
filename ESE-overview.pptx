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67" r:id="rId6"/>
    <p:sldId id="266" r:id="rId7"/>
    <p:sldId id="259" r:id="rId8"/>
    <p:sldId id="260" r:id="rId9"/>
    <p:sldId id="261" r:id="rId10"/>
    <p:sldId id="262" r:id="rId11"/>
    <p:sldId id="280" r:id="rId12"/>
    <p:sldId id="275" r:id="rId13"/>
    <p:sldId id="269" r:id="rId14"/>
    <p:sldId id="270" r:id="rId15"/>
    <p:sldId id="279" r:id="rId16"/>
    <p:sldId id="273" r:id="rId17"/>
    <p:sldId id="276" r:id="rId18"/>
    <p:sldId id="281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C73F29-A5A2-4E29-B9C1-EC7A60662DCE}" v="160" dt="2026-10-14T14:51:50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52" autoAdjust="0"/>
  </p:normalViewPr>
  <p:slideViewPr>
    <p:cSldViewPr snapToGrid="0">
      <p:cViewPr varScale="1">
        <p:scale>
          <a:sx n="96" d="100"/>
          <a:sy n="96" d="100"/>
        </p:scale>
        <p:origin x="10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39C947-C519-4754-AD64-D6C16BFDCCAC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B67A83-D6DF-423B-856B-0E3D1678701E}">
      <dgm:prSet phldrT="[Text]" phldr="0"/>
      <dgm:spPr/>
      <dgm:t>
        <a:bodyPr/>
        <a:lstStyle/>
        <a:p>
          <a:r>
            <a:rPr lang="en-US" dirty="0"/>
            <a:t>Define the question</a:t>
          </a:r>
        </a:p>
      </dgm:t>
    </dgm:pt>
    <dgm:pt modelId="{33EBAD0F-BCA0-47E9-AAC5-8299C6CFE5B3}" type="parTrans" cxnId="{5B77D9F8-21F5-42DE-8D4B-D537248A38D2}">
      <dgm:prSet/>
      <dgm:spPr/>
      <dgm:t>
        <a:bodyPr/>
        <a:lstStyle/>
        <a:p>
          <a:endParaRPr lang="en-US"/>
        </a:p>
      </dgm:t>
    </dgm:pt>
    <dgm:pt modelId="{263F3710-40D5-4C68-B18C-59109D644AE5}" type="sibTrans" cxnId="{5B77D9F8-21F5-42DE-8D4B-D537248A38D2}">
      <dgm:prSet/>
      <dgm:spPr/>
      <dgm:t>
        <a:bodyPr/>
        <a:lstStyle/>
        <a:p>
          <a:endParaRPr lang="en-US"/>
        </a:p>
      </dgm:t>
    </dgm:pt>
    <dgm:pt modelId="{68996916-4022-48E1-9984-EA552837A036}">
      <dgm:prSet phldrT="[Text]" phldr="0"/>
      <dgm:spPr/>
      <dgm:t>
        <a:bodyPr/>
        <a:lstStyle/>
        <a:p>
          <a:pPr marL="0">
            <a:buNone/>
          </a:pPr>
          <a:r>
            <a:rPr lang="en-US" dirty="0"/>
            <a:t>What can we defensibly conclude?</a:t>
          </a:r>
        </a:p>
      </dgm:t>
    </dgm:pt>
    <dgm:pt modelId="{C036A9B4-E4EA-4AA0-9D78-2AC5E0EA27C0}" type="parTrans" cxnId="{30CF9235-638E-4ED8-9EFC-4573188BDE15}">
      <dgm:prSet/>
      <dgm:spPr/>
      <dgm:t>
        <a:bodyPr/>
        <a:lstStyle/>
        <a:p>
          <a:endParaRPr lang="en-US"/>
        </a:p>
      </dgm:t>
    </dgm:pt>
    <dgm:pt modelId="{A6DD2CD3-0738-45F7-83E3-A26DCAAF6661}" type="sibTrans" cxnId="{30CF9235-638E-4ED8-9EFC-4573188BDE15}">
      <dgm:prSet/>
      <dgm:spPr/>
      <dgm:t>
        <a:bodyPr/>
        <a:lstStyle/>
        <a:p>
          <a:endParaRPr lang="en-US"/>
        </a:p>
      </dgm:t>
    </dgm:pt>
    <dgm:pt modelId="{9A942430-08FC-43E9-AE37-E8FB141EAC7A}">
      <dgm:prSet phldrT="[Text]" phldr="0"/>
      <dgm:spPr/>
      <dgm:t>
        <a:bodyPr/>
        <a:lstStyle/>
        <a:p>
          <a:r>
            <a:rPr lang="en-US" dirty="0"/>
            <a:t>Design the study</a:t>
          </a:r>
        </a:p>
      </dgm:t>
    </dgm:pt>
    <dgm:pt modelId="{7F1EE46D-C118-45B3-9762-C0910341C074}" type="parTrans" cxnId="{24C85F1A-5784-4B24-90A2-BBA9B978924D}">
      <dgm:prSet/>
      <dgm:spPr/>
      <dgm:t>
        <a:bodyPr/>
        <a:lstStyle/>
        <a:p>
          <a:endParaRPr lang="en-US"/>
        </a:p>
      </dgm:t>
    </dgm:pt>
    <dgm:pt modelId="{457DB926-E3C1-493E-84CD-AAB1B4086368}" type="sibTrans" cxnId="{24C85F1A-5784-4B24-90A2-BBA9B978924D}">
      <dgm:prSet/>
      <dgm:spPr/>
      <dgm:t>
        <a:bodyPr/>
        <a:lstStyle/>
        <a:p>
          <a:endParaRPr lang="en-US"/>
        </a:p>
      </dgm:t>
    </dgm:pt>
    <dgm:pt modelId="{51987947-3DFE-4B16-905C-24347C44998F}">
      <dgm:prSet phldrT="[Text]" phldr="0"/>
      <dgm:spPr/>
      <dgm:t>
        <a:bodyPr/>
        <a:lstStyle/>
        <a:p>
          <a:r>
            <a:rPr lang="en-US" dirty="0"/>
            <a:t>Collect data</a:t>
          </a:r>
        </a:p>
      </dgm:t>
    </dgm:pt>
    <dgm:pt modelId="{4E786704-71F9-4D22-8BD8-E5229C6F88C7}" type="parTrans" cxnId="{416B928C-1BF1-41FA-8736-3D73F99FFD4C}">
      <dgm:prSet/>
      <dgm:spPr/>
      <dgm:t>
        <a:bodyPr/>
        <a:lstStyle/>
        <a:p>
          <a:endParaRPr lang="en-US"/>
        </a:p>
      </dgm:t>
    </dgm:pt>
    <dgm:pt modelId="{89340DC4-3765-4EB3-B9F8-0C6CD9ED07D0}" type="sibTrans" cxnId="{416B928C-1BF1-41FA-8736-3D73F99FFD4C}">
      <dgm:prSet/>
      <dgm:spPr/>
      <dgm:t>
        <a:bodyPr/>
        <a:lstStyle/>
        <a:p>
          <a:endParaRPr lang="en-US"/>
        </a:p>
      </dgm:t>
    </dgm:pt>
    <dgm:pt modelId="{19620098-5053-4E18-B06E-C878EA0BF835}">
      <dgm:prSet phldrT="[Text]" phldr="0"/>
      <dgm:spPr/>
      <dgm:t>
        <a:bodyPr/>
        <a:lstStyle/>
        <a:p>
          <a:r>
            <a:rPr lang="en-US" dirty="0"/>
            <a:t>Analyze data</a:t>
          </a:r>
        </a:p>
      </dgm:t>
    </dgm:pt>
    <dgm:pt modelId="{0B6CBD8D-CBC7-4A55-A886-09CD89D7C6A8}" type="parTrans" cxnId="{B0DE84F2-6865-42E3-895F-741C9F9B0420}">
      <dgm:prSet/>
      <dgm:spPr/>
      <dgm:t>
        <a:bodyPr/>
        <a:lstStyle/>
        <a:p>
          <a:endParaRPr lang="en-US"/>
        </a:p>
      </dgm:t>
    </dgm:pt>
    <dgm:pt modelId="{AA9B1FFA-D6CF-49EA-BEDF-A7D6BA63B58A}" type="sibTrans" cxnId="{B0DE84F2-6865-42E3-895F-741C9F9B0420}">
      <dgm:prSet/>
      <dgm:spPr/>
      <dgm:t>
        <a:bodyPr/>
        <a:lstStyle/>
        <a:p>
          <a:endParaRPr lang="en-US"/>
        </a:p>
      </dgm:t>
    </dgm:pt>
    <dgm:pt modelId="{8C5F216C-529A-48FA-90AD-0F838D296D40}">
      <dgm:prSet phldrT="[Text]" phldr="0"/>
      <dgm:spPr/>
      <dgm:t>
        <a:bodyPr/>
        <a:lstStyle/>
        <a:p>
          <a:r>
            <a:rPr lang="en-US" dirty="0"/>
            <a:t>Answer the question</a:t>
          </a:r>
        </a:p>
      </dgm:t>
    </dgm:pt>
    <dgm:pt modelId="{8E63774D-2F22-4B16-936D-6804C1A5F827}" type="parTrans" cxnId="{C8A3A864-8F63-41CD-91D5-02CD19F3AAED}">
      <dgm:prSet/>
      <dgm:spPr/>
      <dgm:t>
        <a:bodyPr/>
        <a:lstStyle/>
        <a:p>
          <a:endParaRPr lang="en-US"/>
        </a:p>
      </dgm:t>
    </dgm:pt>
    <dgm:pt modelId="{0387753E-6A9C-4C0B-AB66-2CC44EB6FADD}" type="sibTrans" cxnId="{C8A3A864-8F63-41CD-91D5-02CD19F3AAED}">
      <dgm:prSet/>
      <dgm:spPr/>
      <dgm:t>
        <a:bodyPr/>
        <a:lstStyle/>
        <a:p>
          <a:endParaRPr lang="en-US"/>
        </a:p>
      </dgm:t>
    </dgm:pt>
    <dgm:pt modelId="{2D081024-45A2-4190-97C0-FEDBE514792F}">
      <dgm:prSet phldrT="[Text]" phldr="0"/>
      <dgm:spPr/>
      <dgm:t>
        <a:bodyPr/>
        <a:lstStyle/>
        <a:p>
          <a:pPr marL="0">
            <a:buNone/>
          </a:pPr>
          <a:r>
            <a:rPr lang="en-US" dirty="0"/>
            <a:t>What is the phenomenon?</a:t>
          </a:r>
        </a:p>
      </dgm:t>
    </dgm:pt>
    <dgm:pt modelId="{F445C888-9663-476E-B904-3D8D3320132D}" type="parTrans" cxnId="{010BC94D-24D6-47A6-B1EB-84128CD77A6B}">
      <dgm:prSet/>
      <dgm:spPr/>
      <dgm:t>
        <a:bodyPr/>
        <a:lstStyle/>
        <a:p>
          <a:endParaRPr lang="en-US"/>
        </a:p>
      </dgm:t>
    </dgm:pt>
    <dgm:pt modelId="{B2424748-188D-4D1D-AF0D-6A6AD0ED33F5}" type="sibTrans" cxnId="{010BC94D-24D6-47A6-B1EB-84128CD77A6B}">
      <dgm:prSet/>
      <dgm:spPr/>
      <dgm:t>
        <a:bodyPr/>
        <a:lstStyle/>
        <a:p>
          <a:endParaRPr lang="en-US"/>
        </a:p>
      </dgm:t>
    </dgm:pt>
    <dgm:pt modelId="{6B057991-B2EB-4938-A03E-72F2E92B84A1}">
      <dgm:prSet phldrT="[Text]" phldr="0"/>
      <dgm:spPr/>
      <dgm:t>
        <a:bodyPr/>
        <a:lstStyle/>
        <a:p>
          <a:pPr marL="0">
            <a:buNone/>
          </a:pPr>
          <a:r>
            <a:rPr lang="en-US" dirty="0"/>
            <a:t>What method(s) work best?</a:t>
          </a:r>
        </a:p>
      </dgm:t>
    </dgm:pt>
    <dgm:pt modelId="{49996676-39E7-441D-8224-31251647CF88}" type="parTrans" cxnId="{F1D7FF35-4C25-4FD8-8276-D0183023224A}">
      <dgm:prSet/>
      <dgm:spPr/>
      <dgm:t>
        <a:bodyPr/>
        <a:lstStyle/>
        <a:p>
          <a:endParaRPr lang="en-US"/>
        </a:p>
      </dgm:t>
    </dgm:pt>
    <dgm:pt modelId="{79F6B73A-43D0-4610-A84D-DAB102CF4920}" type="sibTrans" cxnId="{F1D7FF35-4C25-4FD8-8276-D0183023224A}">
      <dgm:prSet/>
      <dgm:spPr/>
      <dgm:t>
        <a:bodyPr/>
        <a:lstStyle/>
        <a:p>
          <a:endParaRPr lang="en-US"/>
        </a:p>
      </dgm:t>
    </dgm:pt>
    <dgm:pt modelId="{D6EA9559-094F-40EB-A6D6-EDB343CAF567}">
      <dgm:prSet phldrT="[Text]" phldr="0"/>
      <dgm:spPr/>
      <dgm:t>
        <a:bodyPr/>
        <a:lstStyle/>
        <a:p>
          <a:pPr marL="0">
            <a:buNone/>
          </a:pPr>
          <a:r>
            <a:rPr lang="en-US" dirty="0"/>
            <a:t>What evidence can we collect?</a:t>
          </a:r>
        </a:p>
      </dgm:t>
    </dgm:pt>
    <dgm:pt modelId="{601771BA-AE10-4D1E-817C-536BC3248984}" type="parTrans" cxnId="{14C8CEAB-9260-41BE-953B-AE44D3ED9D9E}">
      <dgm:prSet/>
      <dgm:spPr/>
      <dgm:t>
        <a:bodyPr/>
        <a:lstStyle/>
        <a:p>
          <a:endParaRPr lang="en-US"/>
        </a:p>
      </dgm:t>
    </dgm:pt>
    <dgm:pt modelId="{C422771E-FE92-4037-A3F3-FF6E7A18FDD5}" type="sibTrans" cxnId="{14C8CEAB-9260-41BE-953B-AE44D3ED9D9E}">
      <dgm:prSet/>
      <dgm:spPr/>
      <dgm:t>
        <a:bodyPr/>
        <a:lstStyle/>
        <a:p>
          <a:endParaRPr lang="en-US"/>
        </a:p>
      </dgm:t>
    </dgm:pt>
    <dgm:pt modelId="{7E97BFDD-56E6-41AF-8899-D95BD7F2D5EF}">
      <dgm:prSet phldrT="[Text]" phldr="0"/>
      <dgm:spPr/>
      <dgm:t>
        <a:bodyPr/>
        <a:lstStyle/>
        <a:p>
          <a:pPr marL="0">
            <a:buNone/>
          </a:pPr>
          <a:r>
            <a:rPr lang="en-US" dirty="0"/>
            <a:t>What patterns or effects appear?</a:t>
          </a:r>
        </a:p>
      </dgm:t>
    </dgm:pt>
    <dgm:pt modelId="{C76377B3-831E-4437-B986-4739133F5B44}" type="parTrans" cxnId="{29A09F8C-0A7A-447E-BB90-C9BA26F13CD4}">
      <dgm:prSet/>
      <dgm:spPr/>
      <dgm:t>
        <a:bodyPr/>
        <a:lstStyle/>
        <a:p>
          <a:endParaRPr lang="en-US"/>
        </a:p>
      </dgm:t>
    </dgm:pt>
    <dgm:pt modelId="{678F47F7-7651-426F-8E40-33D7906431E5}" type="sibTrans" cxnId="{29A09F8C-0A7A-447E-BB90-C9BA26F13CD4}">
      <dgm:prSet/>
      <dgm:spPr/>
      <dgm:t>
        <a:bodyPr/>
        <a:lstStyle/>
        <a:p>
          <a:endParaRPr lang="en-US"/>
        </a:p>
      </dgm:t>
    </dgm:pt>
    <dgm:pt modelId="{80DC3956-A369-41F0-8BC7-6EB4D1CD790D}" type="pres">
      <dgm:prSet presAssocID="{D039C947-C519-4754-AD64-D6C16BFDCCAC}" presName="linearFlow" presStyleCnt="0">
        <dgm:presLayoutVars>
          <dgm:dir/>
          <dgm:animLvl val="lvl"/>
          <dgm:resizeHandles val="exact"/>
        </dgm:presLayoutVars>
      </dgm:prSet>
      <dgm:spPr/>
    </dgm:pt>
    <dgm:pt modelId="{28028927-DE6D-4825-A9E4-F3A535CA0956}" type="pres">
      <dgm:prSet presAssocID="{8FB67A83-D6DF-423B-856B-0E3D1678701E}" presName="composite" presStyleCnt="0"/>
      <dgm:spPr/>
    </dgm:pt>
    <dgm:pt modelId="{37AB0824-5AC9-4F5F-B5EA-E6E460D38E25}" type="pres">
      <dgm:prSet presAssocID="{8FB67A83-D6DF-423B-856B-0E3D1678701E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8C7BAC3-8325-4457-9672-71FCB82BD24A}" type="pres">
      <dgm:prSet presAssocID="{8FB67A83-D6DF-423B-856B-0E3D1678701E}" presName="parSh" presStyleLbl="node1" presStyleIdx="0" presStyleCnt="5"/>
      <dgm:spPr/>
    </dgm:pt>
    <dgm:pt modelId="{B2C229B5-578C-499E-BCB8-043B216B5767}" type="pres">
      <dgm:prSet presAssocID="{8FB67A83-D6DF-423B-856B-0E3D1678701E}" presName="desTx" presStyleLbl="fgAcc1" presStyleIdx="0" presStyleCnt="5">
        <dgm:presLayoutVars>
          <dgm:bulletEnabled val="1"/>
        </dgm:presLayoutVars>
      </dgm:prSet>
      <dgm:spPr/>
    </dgm:pt>
    <dgm:pt modelId="{274AE696-D6EE-47A4-8604-EE18C7C82DFB}" type="pres">
      <dgm:prSet presAssocID="{263F3710-40D5-4C68-B18C-59109D644AE5}" presName="sibTrans" presStyleLbl="sibTrans2D1" presStyleIdx="0" presStyleCnt="4"/>
      <dgm:spPr/>
    </dgm:pt>
    <dgm:pt modelId="{59BCF92E-0E21-47E6-A3FE-A8BA1CAFC6B7}" type="pres">
      <dgm:prSet presAssocID="{263F3710-40D5-4C68-B18C-59109D644AE5}" presName="connTx" presStyleLbl="sibTrans2D1" presStyleIdx="0" presStyleCnt="4"/>
      <dgm:spPr/>
    </dgm:pt>
    <dgm:pt modelId="{4022BCB0-FD4F-4925-A7E0-13E539963398}" type="pres">
      <dgm:prSet presAssocID="{9A942430-08FC-43E9-AE37-E8FB141EAC7A}" presName="composite" presStyleCnt="0"/>
      <dgm:spPr/>
    </dgm:pt>
    <dgm:pt modelId="{86C2862D-C204-42D6-A363-78CF69B89140}" type="pres">
      <dgm:prSet presAssocID="{9A942430-08FC-43E9-AE37-E8FB141EAC7A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67B22751-271B-4395-ACE5-811AD896DAE8}" type="pres">
      <dgm:prSet presAssocID="{9A942430-08FC-43E9-AE37-E8FB141EAC7A}" presName="parSh" presStyleLbl="node1" presStyleIdx="1" presStyleCnt="5"/>
      <dgm:spPr/>
    </dgm:pt>
    <dgm:pt modelId="{5853E4D8-1B9A-4069-AB64-E19A136F6806}" type="pres">
      <dgm:prSet presAssocID="{9A942430-08FC-43E9-AE37-E8FB141EAC7A}" presName="desTx" presStyleLbl="fgAcc1" presStyleIdx="1" presStyleCnt="5">
        <dgm:presLayoutVars>
          <dgm:bulletEnabled val="1"/>
        </dgm:presLayoutVars>
      </dgm:prSet>
      <dgm:spPr/>
    </dgm:pt>
    <dgm:pt modelId="{BC8A7E99-A260-4310-9ED2-5BAB31EE953B}" type="pres">
      <dgm:prSet presAssocID="{457DB926-E3C1-493E-84CD-AAB1B4086368}" presName="sibTrans" presStyleLbl="sibTrans2D1" presStyleIdx="1" presStyleCnt="4"/>
      <dgm:spPr/>
    </dgm:pt>
    <dgm:pt modelId="{19523685-B04B-4125-AAC3-30E7850B4C44}" type="pres">
      <dgm:prSet presAssocID="{457DB926-E3C1-493E-84CD-AAB1B4086368}" presName="connTx" presStyleLbl="sibTrans2D1" presStyleIdx="1" presStyleCnt="4"/>
      <dgm:spPr/>
    </dgm:pt>
    <dgm:pt modelId="{154D7994-1AB6-4644-BDFB-5B43EF9A208A}" type="pres">
      <dgm:prSet presAssocID="{51987947-3DFE-4B16-905C-24347C44998F}" presName="composite" presStyleCnt="0"/>
      <dgm:spPr/>
    </dgm:pt>
    <dgm:pt modelId="{93410424-2364-4005-8AE7-4D1FCE26D80F}" type="pres">
      <dgm:prSet presAssocID="{51987947-3DFE-4B16-905C-24347C44998F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5F34E9DB-6A94-41B2-B28A-911F84979D39}" type="pres">
      <dgm:prSet presAssocID="{51987947-3DFE-4B16-905C-24347C44998F}" presName="parSh" presStyleLbl="node1" presStyleIdx="2" presStyleCnt="5"/>
      <dgm:spPr/>
    </dgm:pt>
    <dgm:pt modelId="{816A1047-C6EE-4DE3-8D0C-805A610ABDBD}" type="pres">
      <dgm:prSet presAssocID="{51987947-3DFE-4B16-905C-24347C44998F}" presName="desTx" presStyleLbl="fgAcc1" presStyleIdx="2" presStyleCnt="5">
        <dgm:presLayoutVars>
          <dgm:bulletEnabled val="1"/>
        </dgm:presLayoutVars>
      </dgm:prSet>
      <dgm:spPr/>
    </dgm:pt>
    <dgm:pt modelId="{B190171E-CF84-421A-9DE5-44A905BBAEC5}" type="pres">
      <dgm:prSet presAssocID="{89340DC4-3765-4EB3-B9F8-0C6CD9ED07D0}" presName="sibTrans" presStyleLbl="sibTrans2D1" presStyleIdx="2" presStyleCnt="4"/>
      <dgm:spPr/>
    </dgm:pt>
    <dgm:pt modelId="{5EF6BC63-57AE-4027-917A-00696A932BBE}" type="pres">
      <dgm:prSet presAssocID="{89340DC4-3765-4EB3-B9F8-0C6CD9ED07D0}" presName="connTx" presStyleLbl="sibTrans2D1" presStyleIdx="2" presStyleCnt="4"/>
      <dgm:spPr/>
    </dgm:pt>
    <dgm:pt modelId="{B603CE40-7C22-4382-BAF6-7725EC68D62E}" type="pres">
      <dgm:prSet presAssocID="{19620098-5053-4E18-B06E-C878EA0BF835}" presName="composite" presStyleCnt="0"/>
      <dgm:spPr/>
    </dgm:pt>
    <dgm:pt modelId="{CB76B819-9613-48A2-9786-3C70583DA0B9}" type="pres">
      <dgm:prSet presAssocID="{19620098-5053-4E18-B06E-C878EA0BF835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FC55D3A7-EF4E-4529-AD47-F3C115068BDF}" type="pres">
      <dgm:prSet presAssocID="{19620098-5053-4E18-B06E-C878EA0BF835}" presName="parSh" presStyleLbl="node1" presStyleIdx="3" presStyleCnt="5"/>
      <dgm:spPr/>
    </dgm:pt>
    <dgm:pt modelId="{96133BAC-56E4-4164-8E8A-9D2C76F73ED0}" type="pres">
      <dgm:prSet presAssocID="{19620098-5053-4E18-B06E-C878EA0BF835}" presName="desTx" presStyleLbl="fgAcc1" presStyleIdx="3" presStyleCnt="5">
        <dgm:presLayoutVars>
          <dgm:bulletEnabled val="1"/>
        </dgm:presLayoutVars>
      </dgm:prSet>
      <dgm:spPr/>
    </dgm:pt>
    <dgm:pt modelId="{A58EC7EE-7D6F-4773-BF7D-7D7A9408CEA8}" type="pres">
      <dgm:prSet presAssocID="{AA9B1FFA-D6CF-49EA-BEDF-A7D6BA63B58A}" presName="sibTrans" presStyleLbl="sibTrans2D1" presStyleIdx="3" presStyleCnt="4"/>
      <dgm:spPr/>
    </dgm:pt>
    <dgm:pt modelId="{928529B6-F6AB-4B8B-84BD-26493320A677}" type="pres">
      <dgm:prSet presAssocID="{AA9B1FFA-D6CF-49EA-BEDF-A7D6BA63B58A}" presName="connTx" presStyleLbl="sibTrans2D1" presStyleIdx="3" presStyleCnt="4"/>
      <dgm:spPr/>
    </dgm:pt>
    <dgm:pt modelId="{970C95B4-AF40-4B71-8207-CA0F824ADC3B}" type="pres">
      <dgm:prSet presAssocID="{8C5F216C-529A-48FA-90AD-0F838D296D40}" presName="composite" presStyleCnt="0"/>
      <dgm:spPr/>
    </dgm:pt>
    <dgm:pt modelId="{05D5D600-DA89-4FEE-8789-11E0774CA01B}" type="pres">
      <dgm:prSet presAssocID="{8C5F216C-529A-48FA-90AD-0F838D296D40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51023A7-2D1B-4DFF-9A97-865B738EAB50}" type="pres">
      <dgm:prSet presAssocID="{8C5F216C-529A-48FA-90AD-0F838D296D40}" presName="parSh" presStyleLbl="node1" presStyleIdx="4" presStyleCnt="5"/>
      <dgm:spPr/>
    </dgm:pt>
    <dgm:pt modelId="{838DB0AD-C058-43D0-A3AA-D161AE8EA6C9}" type="pres">
      <dgm:prSet presAssocID="{8C5F216C-529A-48FA-90AD-0F838D296D40}" presName="desTx" presStyleLbl="fgAcc1" presStyleIdx="4" presStyleCnt="5">
        <dgm:presLayoutVars>
          <dgm:bulletEnabled val="1"/>
        </dgm:presLayoutVars>
      </dgm:prSet>
      <dgm:spPr/>
    </dgm:pt>
  </dgm:ptLst>
  <dgm:cxnLst>
    <dgm:cxn modelId="{95A9A909-B2F4-46AC-BFE8-760A48AD37F2}" type="presOf" srcId="{8FB67A83-D6DF-423B-856B-0E3D1678701E}" destId="{37AB0824-5AC9-4F5F-B5EA-E6E460D38E25}" srcOrd="0" destOrd="0" presId="urn:microsoft.com/office/officeart/2005/8/layout/process3"/>
    <dgm:cxn modelId="{A882B315-327F-40A7-ABDF-E3F61E2731CA}" type="presOf" srcId="{9A942430-08FC-43E9-AE37-E8FB141EAC7A}" destId="{67B22751-271B-4395-ACE5-811AD896DAE8}" srcOrd="1" destOrd="0" presId="urn:microsoft.com/office/officeart/2005/8/layout/process3"/>
    <dgm:cxn modelId="{1C711B1A-22F6-4E52-AEA7-E46BA6FA0458}" type="presOf" srcId="{8FB67A83-D6DF-423B-856B-0E3D1678701E}" destId="{F8C7BAC3-8325-4457-9672-71FCB82BD24A}" srcOrd="1" destOrd="0" presId="urn:microsoft.com/office/officeart/2005/8/layout/process3"/>
    <dgm:cxn modelId="{24C85F1A-5784-4B24-90A2-BBA9B978924D}" srcId="{D039C947-C519-4754-AD64-D6C16BFDCCAC}" destId="{9A942430-08FC-43E9-AE37-E8FB141EAC7A}" srcOrd="1" destOrd="0" parTransId="{7F1EE46D-C118-45B3-9762-C0910341C074}" sibTransId="{457DB926-E3C1-493E-84CD-AAB1B4086368}"/>
    <dgm:cxn modelId="{32A97D1D-E8C8-4D16-BADE-A5B464CD97F9}" type="presOf" srcId="{2D081024-45A2-4190-97C0-FEDBE514792F}" destId="{B2C229B5-578C-499E-BCB8-043B216B5767}" srcOrd="0" destOrd="0" presId="urn:microsoft.com/office/officeart/2005/8/layout/process3"/>
    <dgm:cxn modelId="{2D425031-5A66-418A-84F9-30FB4C8278A0}" type="presOf" srcId="{89340DC4-3765-4EB3-B9F8-0C6CD9ED07D0}" destId="{B190171E-CF84-421A-9DE5-44A905BBAEC5}" srcOrd="0" destOrd="0" presId="urn:microsoft.com/office/officeart/2005/8/layout/process3"/>
    <dgm:cxn modelId="{30CF9235-638E-4ED8-9EFC-4573188BDE15}" srcId="{8C5F216C-529A-48FA-90AD-0F838D296D40}" destId="{68996916-4022-48E1-9984-EA552837A036}" srcOrd="0" destOrd="0" parTransId="{C036A9B4-E4EA-4AA0-9D78-2AC5E0EA27C0}" sibTransId="{A6DD2CD3-0738-45F7-83E3-A26DCAAF6661}"/>
    <dgm:cxn modelId="{F1D7FF35-4C25-4FD8-8276-D0183023224A}" srcId="{9A942430-08FC-43E9-AE37-E8FB141EAC7A}" destId="{6B057991-B2EB-4938-A03E-72F2E92B84A1}" srcOrd="0" destOrd="0" parTransId="{49996676-39E7-441D-8224-31251647CF88}" sibTransId="{79F6B73A-43D0-4610-A84D-DAB102CF4920}"/>
    <dgm:cxn modelId="{2DD4BB5C-1953-47FE-8739-11A67EB2876F}" type="presOf" srcId="{D039C947-C519-4754-AD64-D6C16BFDCCAC}" destId="{80DC3956-A369-41F0-8BC7-6EB4D1CD790D}" srcOrd="0" destOrd="0" presId="urn:microsoft.com/office/officeart/2005/8/layout/process3"/>
    <dgm:cxn modelId="{0EE4CB5C-472B-4003-A074-FA81130D73CA}" type="presOf" srcId="{51987947-3DFE-4B16-905C-24347C44998F}" destId="{93410424-2364-4005-8AE7-4D1FCE26D80F}" srcOrd="0" destOrd="0" presId="urn:microsoft.com/office/officeart/2005/8/layout/process3"/>
    <dgm:cxn modelId="{474E835D-2FAD-4F68-969B-ADDA3A0F9EDE}" type="presOf" srcId="{8C5F216C-529A-48FA-90AD-0F838D296D40}" destId="{05D5D600-DA89-4FEE-8789-11E0774CA01B}" srcOrd="0" destOrd="0" presId="urn:microsoft.com/office/officeart/2005/8/layout/process3"/>
    <dgm:cxn modelId="{C8A3A864-8F63-41CD-91D5-02CD19F3AAED}" srcId="{D039C947-C519-4754-AD64-D6C16BFDCCAC}" destId="{8C5F216C-529A-48FA-90AD-0F838D296D40}" srcOrd="4" destOrd="0" parTransId="{8E63774D-2F22-4B16-936D-6804C1A5F827}" sibTransId="{0387753E-6A9C-4C0B-AB66-2CC44EB6FADD}"/>
    <dgm:cxn modelId="{4E6B3269-8C9C-44DE-B199-7B966F1FC032}" type="presOf" srcId="{6B057991-B2EB-4938-A03E-72F2E92B84A1}" destId="{5853E4D8-1B9A-4069-AB64-E19A136F6806}" srcOrd="0" destOrd="0" presId="urn:microsoft.com/office/officeart/2005/8/layout/process3"/>
    <dgm:cxn modelId="{010BC94D-24D6-47A6-B1EB-84128CD77A6B}" srcId="{8FB67A83-D6DF-423B-856B-0E3D1678701E}" destId="{2D081024-45A2-4190-97C0-FEDBE514792F}" srcOrd="0" destOrd="0" parTransId="{F445C888-9663-476E-B904-3D8D3320132D}" sibTransId="{B2424748-188D-4D1D-AF0D-6A6AD0ED33F5}"/>
    <dgm:cxn modelId="{EC7BEE57-CE3F-40CB-AF65-85F88990D7E7}" type="presOf" srcId="{8C5F216C-529A-48FA-90AD-0F838D296D40}" destId="{A51023A7-2D1B-4DFF-9A97-865B738EAB50}" srcOrd="1" destOrd="0" presId="urn:microsoft.com/office/officeart/2005/8/layout/process3"/>
    <dgm:cxn modelId="{5BE8BF8B-943D-49A0-9761-4FB2A7953CEB}" type="presOf" srcId="{263F3710-40D5-4C68-B18C-59109D644AE5}" destId="{59BCF92E-0E21-47E6-A3FE-A8BA1CAFC6B7}" srcOrd="1" destOrd="0" presId="urn:microsoft.com/office/officeart/2005/8/layout/process3"/>
    <dgm:cxn modelId="{416B928C-1BF1-41FA-8736-3D73F99FFD4C}" srcId="{D039C947-C519-4754-AD64-D6C16BFDCCAC}" destId="{51987947-3DFE-4B16-905C-24347C44998F}" srcOrd="2" destOrd="0" parTransId="{4E786704-71F9-4D22-8BD8-E5229C6F88C7}" sibTransId="{89340DC4-3765-4EB3-B9F8-0C6CD9ED07D0}"/>
    <dgm:cxn modelId="{29A09F8C-0A7A-447E-BB90-C9BA26F13CD4}" srcId="{19620098-5053-4E18-B06E-C878EA0BF835}" destId="{7E97BFDD-56E6-41AF-8899-D95BD7F2D5EF}" srcOrd="0" destOrd="0" parTransId="{C76377B3-831E-4437-B986-4739133F5B44}" sibTransId="{678F47F7-7651-426F-8E40-33D7906431E5}"/>
    <dgm:cxn modelId="{3107AC8D-AC97-4703-ABFD-C683E40E0F21}" type="presOf" srcId="{19620098-5053-4E18-B06E-C878EA0BF835}" destId="{FC55D3A7-EF4E-4529-AD47-F3C115068BDF}" srcOrd="1" destOrd="0" presId="urn:microsoft.com/office/officeart/2005/8/layout/process3"/>
    <dgm:cxn modelId="{FF15738E-4703-4F9F-A95F-1F2D59F6E7BF}" type="presOf" srcId="{457DB926-E3C1-493E-84CD-AAB1B4086368}" destId="{19523685-B04B-4125-AAC3-30E7850B4C44}" srcOrd="1" destOrd="0" presId="urn:microsoft.com/office/officeart/2005/8/layout/process3"/>
    <dgm:cxn modelId="{7AC12E92-FFC0-4A58-BC82-0859CA205372}" type="presOf" srcId="{7E97BFDD-56E6-41AF-8899-D95BD7F2D5EF}" destId="{96133BAC-56E4-4164-8E8A-9D2C76F73ED0}" srcOrd="0" destOrd="0" presId="urn:microsoft.com/office/officeart/2005/8/layout/process3"/>
    <dgm:cxn modelId="{39D75A98-1ECA-422B-B92A-E22989E7DE60}" type="presOf" srcId="{9A942430-08FC-43E9-AE37-E8FB141EAC7A}" destId="{86C2862D-C204-42D6-A363-78CF69B89140}" srcOrd="0" destOrd="0" presId="urn:microsoft.com/office/officeart/2005/8/layout/process3"/>
    <dgm:cxn modelId="{D26577A9-CCB1-435C-B9F2-C6C154825F46}" type="presOf" srcId="{89340DC4-3765-4EB3-B9F8-0C6CD9ED07D0}" destId="{5EF6BC63-57AE-4027-917A-00696A932BBE}" srcOrd="1" destOrd="0" presId="urn:microsoft.com/office/officeart/2005/8/layout/process3"/>
    <dgm:cxn modelId="{14C8CEAB-9260-41BE-953B-AE44D3ED9D9E}" srcId="{51987947-3DFE-4B16-905C-24347C44998F}" destId="{D6EA9559-094F-40EB-A6D6-EDB343CAF567}" srcOrd="0" destOrd="0" parTransId="{601771BA-AE10-4D1E-817C-536BC3248984}" sibTransId="{C422771E-FE92-4037-A3F3-FF6E7A18FDD5}"/>
    <dgm:cxn modelId="{FF2F5EC2-08A7-4B60-880D-9F67FC6D51EE}" type="presOf" srcId="{AA9B1FFA-D6CF-49EA-BEDF-A7D6BA63B58A}" destId="{928529B6-F6AB-4B8B-84BD-26493320A677}" srcOrd="1" destOrd="0" presId="urn:microsoft.com/office/officeart/2005/8/layout/process3"/>
    <dgm:cxn modelId="{BBF49AC2-2EB2-4767-8A26-06BE27945331}" type="presOf" srcId="{51987947-3DFE-4B16-905C-24347C44998F}" destId="{5F34E9DB-6A94-41B2-B28A-911F84979D39}" srcOrd="1" destOrd="0" presId="urn:microsoft.com/office/officeart/2005/8/layout/process3"/>
    <dgm:cxn modelId="{4C8DF0C4-B513-4C93-950C-60E93A817C0B}" type="presOf" srcId="{AA9B1FFA-D6CF-49EA-BEDF-A7D6BA63B58A}" destId="{A58EC7EE-7D6F-4773-BF7D-7D7A9408CEA8}" srcOrd="0" destOrd="0" presId="urn:microsoft.com/office/officeart/2005/8/layout/process3"/>
    <dgm:cxn modelId="{425E8BD0-89E9-4C3A-9F99-8C540C0D8E95}" type="presOf" srcId="{19620098-5053-4E18-B06E-C878EA0BF835}" destId="{CB76B819-9613-48A2-9786-3C70583DA0B9}" srcOrd="0" destOrd="0" presId="urn:microsoft.com/office/officeart/2005/8/layout/process3"/>
    <dgm:cxn modelId="{3167B2DC-C48E-4BA7-BDCE-1A2F3B0703CA}" type="presOf" srcId="{D6EA9559-094F-40EB-A6D6-EDB343CAF567}" destId="{816A1047-C6EE-4DE3-8D0C-805A610ABDBD}" srcOrd="0" destOrd="0" presId="urn:microsoft.com/office/officeart/2005/8/layout/process3"/>
    <dgm:cxn modelId="{643E0FE7-C8D3-4E10-8BA4-365FCCE7E2E8}" type="presOf" srcId="{457DB926-E3C1-493E-84CD-AAB1B4086368}" destId="{BC8A7E99-A260-4310-9ED2-5BAB31EE953B}" srcOrd="0" destOrd="0" presId="urn:microsoft.com/office/officeart/2005/8/layout/process3"/>
    <dgm:cxn modelId="{99E19AE8-68AD-4727-8FC6-2EDDD5927D27}" type="presOf" srcId="{263F3710-40D5-4C68-B18C-59109D644AE5}" destId="{274AE696-D6EE-47A4-8604-EE18C7C82DFB}" srcOrd="0" destOrd="0" presId="urn:microsoft.com/office/officeart/2005/8/layout/process3"/>
    <dgm:cxn modelId="{B0DE84F2-6865-42E3-895F-741C9F9B0420}" srcId="{D039C947-C519-4754-AD64-D6C16BFDCCAC}" destId="{19620098-5053-4E18-B06E-C878EA0BF835}" srcOrd="3" destOrd="0" parTransId="{0B6CBD8D-CBC7-4A55-A886-09CD89D7C6A8}" sibTransId="{AA9B1FFA-D6CF-49EA-BEDF-A7D6BA63B58A}"/>
    <dgm:cxn modelId="{5B77D9F8-21F5-42DE-8D4B-D537248A38D2}" srcId="{D039C947-C519-4754-AD64-D6C16BFDCCAC}" destId="{8FB67A83-D6DF-423B-856B-0E3D1678701E}" srcOrd="0" destOrd="0" parTransId="{33EBAD0F-BCA0-47E9-AAC5-8299C6CFE5B3}" sibTransId="{263F3710-40D5-4C68-B18C-59109D644AE5}"/>
    <dgm:cxn modelId="{715234FD-0B0F-4AE6-B2B2-5B8E484EC14F}" type="presOf" srcId="{68996916-4022-48E1-9984-EA552837A036}" destId="{838DB0AD-C058-43D0-A3AA-D161AE8EA6C9}" srcOrd="0" destOrd="0" presId="urn:microsoft.com/office/officeart/2005/8/layout/process3"/>
    <dgm:cxn modelId="{81572701-B22B-4EAE-AC64-E1F9B44F93DA}" type="presParOf" srcId="{80DC3956-A369-41F0-8BC7-6EB4D1CD790D}" destId="{28028927-DE6D-4825-A9E4-F3A535CA0956}" srcOrd="0" destOrd="0" presId="urn:microsoft.com/office/officeart/2005/8/layout/process3"/>
    <dgm:cxn modelId="{0E77ED10-60BA-49D4-A783-EE52B2CB6410}" type="presParOf" srcId="{28028927-DE6D-4825-A9E4-F3A535CA0956}" destId="{37AB0824-5AC9-4F5F-B5EA-E6E460D38E25}" srcOrd="0" destOrd="0" presId="urn:microsoft.com/office/officeart/2005/8/layout/process3"/>
    <dgm:cxn modelId="{865AEB2C-5947-4DBF-9643-43C222C9E7D3}" type="presParOf" srcId="{28028927-DE6D-4825-A9E4-F3A535CA0956}" destId="{F8C7BAC3-8325-4457-9672-71FCB82BD24A}" srcOrd="1" destOrd="0" presId="urn:microsoft.com/office/officeart/2005/8/layout/process3"/>
    <dgm:cxn modelId="{41B2C852-D53C-4892-9B88-3E13C19DF12F}" type="presParOf" srcId="{28028927-DE6D-4825-A9E4-F3A535CA0956}" destId="{B2C229B5-578C-499E-BCB8-043B216B5767}" srcOrd="2" destOrd="0" presId="urn:microsoft.com/office/officeart/2005/8/layout/process3"/>
    <dgm:cxn modelId="{998FEF8E-7720-4648-B4AB-9B5CAC608454}" type="presParOf" srcId="{80DC3956-A369-41F0-8BC7-6EB4D1CD790D}" destId="{274AE696-D6EE-47A4-8604-EE18C7C82DFB}" srcOrd="1" destOrd="0" presId="urn:microsoft.com/office/officeart/2005/8/layout/process3"/>
    <dgm:cxn modelId="{7CF4BB2B-8433-48E7-BE7B-BEB0C942B79F}" type="presParOf" srcId="{274AE696-D6EE-47A4-8604-EE18C7C82DFB}" destId="{59BCF92E-0E21-47E6-A3FE-A8BA1CAFC6B7}" srcOrd="0" destOrd="0" presId="urn:microsoft.com/office/officeart/2005/8/layout/process3"/>
    <dgm:cxn modelId="{07AFA267-A1E5-4FD7-95E8-A06418B16D4A}" type="presParOf" srcId="{80DC3956-A369-41F0-8BC7-6EB4D1CD790D}" destId="{4022BCB0-FD4F-4925-A7E0-13E539963398}" srcOrd="2" destOrd="0" presId="urn:microsoft.com/office/officeart/2005/8/layout/process3"/>
    <dgm:cxn modelId="{A16A5D17-D3EB-4BE5-B07E-BBAB8D42E109}" type="presParOf" srcId="{4022BCB0-FD4F-4925-A7E0-13E539963398}" destId="{86C2862D-C204-42D6-A363-78CF69B89140}" srcOrd="0" destOrd="0" presId="urn:microsoft.com/office/officeart/2005/8/layout/process3"/>
    <dgm:cxn modelId="{50699F26-14BE-4508-8D03-6A2FC8DEB847}" type="presParOf" srcId="{4022BCB0-FD4F-4925-A7E0-13E539963398}" destId="{67B22751-271B-4395-ACE5-811AD896DAE8}" srcOrd="1" destOrd="0" presId="urn:microsoft.com/office/officeart/2005/8/layout/process3"/>
    <dgm:cxn modelId="{9E2E5720-8636-4982-9C3E-E0E002546281}" type="presParOf" srcId="{4022BCB0-FD4F-4925-A7E0-13E539963398}" destId="{5853E4D8-1B9A-4069-AB64-E19A136F6806}" srcOrd="2" destOrd="0" presId="urn:microsoft.com/office/officeart/2005/8/layout/process3"/>
    <dgm:cxn modelId="{08818296-A3A9-4499-87F2-E31B040AA68B}" type="presParOf" srcId="{80DC3956-A369-41F0-8BC7-6EB4D1CD790D}" destId="{BC8A7E99-A260-4310-9ED2-5BAB31EE953B}" srcOrd="3" destOrd="0" presId="urn:microsoft.com/office/officeart/2005/8/layout/process3"/>
    <dgm:cxn modelId="{A13BCCA1-D000-4807-B901-F7FB639C490D}" type="presParOf" srcId="{BC8A7E99-A260-4310-9ED2-5BAB31EE953B}" destId="{19523685-B04B-4125-AAC3-30E7850B4C44}" srcOrd="0" destOrd="0" presId="urn:microsoft.com/office/officeart/2005/8/layout/process3"/>
    <dgm:cxn modelId="{5F9B17A5-7523-46F7-826E-16102A2119BB}" type="presParOf" srcId="{80DC3956-A369-41F0-8BC7-6EB4D1CD790D}" destId="{154D7994-1AB6-4644-BDFB-5B43EF9A208A}" srcOrd="4" destOrd="0" presId="urn:microsoft.com/office/officeart/2005/8/layout/process3"/>
    <dgm:cxn modelId="{A648E130-BE41-4BD9-B04D-3B8A749D8D8E}" type="presParOf" srcId="{154D7994-1AB6-4644-BDFB-5B43EF9A208A}" destId="{93410424-2364-4005-8AE7-4D1FCE26D80F}" srcOrd="0" destOrd="0" presId="urn:microsoft.com/office/officeart/2005/8/layout/process3"/>
    <dgm:cxn modelId="{AB1DE866-737A-4E61-86C4-93E4FAAD544C}" type="presParOf" srcId="{154D7994-1AB6-4644-BDFB-5B43EF9A208A}" destId="{5F34E9DB-6A94-41B2-B28A-911F84979D39}" srcOrd="1" destOrd="0" presId="urn:microsoft.com/office/officeart/2005/8/layout/process3"/>
    <dgm:cxn modelId="{4AAE2CE4-5388-4E7C-AA10-A3FEE0984627}" type="presParOf" srcId="{154D7994-1AB6-4644-BDFB-5B43EF9A208A}" destId="{816A1047-C6EE-4DE3-8D0C-805A610ABDBD}" srcOrd="2" destOrd="0" presId="urn:microsoft.com/office/officeart/2005/8/layout/process3"/>
    <dgm:cxn modelId="{89683C3D-0038-4CD7-9890-29EBE5CB4071}" type="presParOf" srcId="{80DC3956-A369-41F0-8BC7-6EB4D1CD790D}" destId="{B190171E-CF84-421A-9DE5-44A905BBAEC5}" srcOrd="5" destOrd="0" presId="urn:microsoft.com/office/officeart/2005/8/layout/process3"/>
    <dgm:cxn modelId="{B27A0AD0-A37D-4752-AFAD-086AD0B672F4}" type="presParOf" srcId="{B190171E-CF84-421A-9DE5-44A905BBAEC5}" destId="{5EF6BC63-57AE-4027-917A-00696A932BBE}" srcOrd="0" destOrd="0" presId="urn:microsoft.com/office/officeart/2005/8/layout/process3"/>
    <dgm:cxn modelId="{87B44C78-D5DA-44F3-A1D1-3A705F5D014C}" type="presParOf" srcId="{80DC3956-A369-41F0-8BC7-6EB4D1CD790D}" destId="{B603CE40-7C22-4382-BAF6-7725EC68D62E}" srcOrd="6" destOrd="0" presId="urn:microsoft.com/office/officeart/2005/8/layout/process3"/>
    <dgm:cxn modelId="{EB393DB9-DCE0-41B2-AB95-B7269092708B}" type="presParOf" srcId="{B603CE40-7C22-4382-BAF6-7725EC68D62E}" destId="{CB76B819-9613-48A2-9786-3C70583DA0B9}" srcOrd="0" destOrd="0" presId="urn:microsoft.com/office/officeart/2005/8/layout/process3"/>
    <dgm:cxn modelId="{0A8502C8-9BC4-47AE-BF04-2A6C6C2279AF}" type="presParOf" srcId="{B603CE40-7C22-4382-BAF6-7725EC68D62E}" destId="{FC55D3A7-EF4E-4529-AD47-F3C115068BDF}" srcOrd="1" destOrd="0" presId="urn:microsoft.com/office/officeart/2005/8/layout/process3"/>
    <dgm:cxn modelId="{184AE015-8782-446C-9703-30491AF35A7E}" type="presParOf" srcId="{B603CE40-7C22-4382-BAF6-7725EC68D62E}" destId="{96133BAC-56E4-4164-8E8A-9D2C76F73ED0}" srcOrd="2" destOrd="0" presId="urn:microsoft.com/office/officeart/2005/8/layout/process3"/>
    <dgm:cxn modelId="{B75C2864-A8C9-4F2E-8CD4-BF74CB8BCBE9}" type="presParOf" srcId="{80DC3956-A369-41F0-8BC7-6EB4D1CD790D}" destId="{A58EC7EE-7D6F-4773-BF7D-7D7A9408CEA8}" srcOrd="7" destOrd="0" presId="urn:microsoft.com/office/officeart/2005/8/layout/process3"/>
    <dgm:cxn modelId="{D14D629D-4F64-4C0B-BF5C-2898B84EF030}" type="presParOf" srcId="{A58EC7EE-7D6F-4773-BF7D-7D7A9408CEA8}" destId="{928529B6-F6AB-4B8B-84BD-26493320A677}" srcOrd="0" destOrd="0" presId="urn:microsoft.com/office/officeart/2005/8/layout/process3"/>
    <dgm:cxn modelId="{F22433A7-82AF-4C80-BB49-C2D66D16EE0E}" type="presParOf" srcId="{80DC3956-A369-41F0-8BC7-6EB4D1CD790D}" destId="{970C95B4-AF40-4B71-8207-CA0F824ADC3B}" srcOrd="8" destOrd="0" presId="urn:microsoft.com/office/officeart/2005/8/layout/process3"/>
    <dgm:cxn modelId="{976A16F6-D4FA-46F4-8053-E2B6738EAC3F}" type="presParOf" srcId="{970C95B4-AF40-4B71-8207-CA0F824ADC3B}" destId="{05D5D600-DA89-4FEE-8789-11E0774CA01B}" srcOrd="0" destOrd="0" presId="urn:microsoft.com/office/officeart/2005/8/layout/process3"/>
    <dgm:cxn modelId="{8F5CA18F-D021-4E65-AB67-F649511BEC41}" type="presParOf" srcId="{970C95B4-AF40-4B71-8207-CA0F824ADC3B}" destId="{A51023A7-2D1B-4DFF-9A97-865B738EAB50}" srcOrd="1" destOrd="0" presId="urn:microsoft.com/office/officeart/2005/8/layout/process3"/>
    <dgm:cxn modelId="{CD2D0EAF-5021-4426-BFCF-DD402009E1C1}" type="presParOf" srcId="{970C95B4-AF40-4B71-8207-CA0F824ADC3B}" destId="{838DB0AD-C058-43D0-A3AA-D161AE8EA6C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1CF7F9-203E-4C21-A461-FFF8E199D64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5AC2B40-E921-41A2-B8BD-A14C8A10CBB7}">
      <dgm:prSet/>
      <dgm:spPr/>
      <dgm:t>
        <a:bodyPr/>
        <a:lstStyle/>
        <a:p>
          <a:pPr algn="ctr"/>
          <a:r>
            <a:rPr lang="en-US" dirty="0"/>
            <a:t>Code maintainability </a:t>
          </a:r>
        </a:p>
      </dgm:t>
    </dgm:pt>
    <dgm:pt modelId="{D12DFCE7-9ACE-4DCF-9774-61EDEE3ED4CF}" type="parTrans" cxnId="{02D155AD-8AAB-4359-A3FD-0ECE4CDC543A}">
      <dgm:prSet/>
      <dgm:spPr/>
      <dgm:t>
        <a:bodyPr/>
        <a:lstStyle/>
        <a:p>
          <a:pPr algn="ctr"/>
          <a:endParaRPr lang="en-US"/>
        </a:p>
      </dgm:t>
    </dgm:pt>
    <dgm:pt modelId="{687BBA56-3E6F-4EDE-B22F-28F807935379}" type="sibTrans" cxnId="{02D155AD-8AAB-4359-A3FD-0ECE4CDC543A}">
      <dgm:prSet/>
      <dgm:spPr/>
      <dgm:t>
        <a:bodyPr/>
        <a:lstStyle/>
        <a:p>
          <a:pPr algn="ctr"/>
          <a:endParaRPr lang="en-US"/>
        </a:p>
      </dgm:t>
    </dgm:pt>
    <dgm:pt modelId="{1C012E44-8AA9-455E-BE06-5264A6A45E2F}">
      <dgm:prSet/>
      <dgm:spPr/>
      <dgm:t>
        <a:bodyPr/>
        <a:lstStyle/>
        <a:p>
          <a:pPr algn="ctr"/>
          <a:r>
            <a:rPr lang="en-US" dirty="0"/>
            <a:t>Tool evaluation</a:t>
          </a:r>
        </a:p>
      </dgm:t>
    </dgm:pt>
    <dgm:pt modelId="{43012645-5174-48C6-AB2B-E67FF0875AB6}" type="parTrans" cxnId="{C04F3969-7AB5-4969-A7CE-6AFE1BBBB647}">
      <dgm:prSet/>
      <dgm:spPr/>
      <dgm:t>
        <a:bodyPr/>
        <a:lstStyle/>
        <a:p>
          <a:pPr algn="ctr"/>
          <a:endParaRPr lang="en-US"/>
        </a:p>
      </dgm:t>
    </dgm:pt>
    <dgm:pt modelId="{0A4F8185-2A07-4774-AD85-E9558B68BD41}" type="sibTrans" cxnId="{C04F3969-7AB5-4969-A7CE-6AFE1BBBB647}">
      <dgm:prSet/>
      <dgm:spPr/>
      <dgm:t>
        <a:bodyPr/>
        <a:lstStyle/>
        <a:p>
          <a:pPr algn="ctr"/>
          <a:endParaRPr lang="en-US"/>
        </a:p>
      </dgm:t>
    </dgm:pt>
    <dgm:pt modelId="{978819DB-43B0-4726-A903-AFB5916AE167}">
      <dgm:prSet/>
      <dgm:spPr/>
      <dgm:t>
        <a:bodyPr/>
        <a:lstStyle/>
        <a:p>
          <a:pPr algn="ctr"/>
          <a:r>
            <a:rPr lang="en-US" dirty="0"/>
            <a:t>Software development practices</a:t>
          </a:r>
        </a:p>
      </dgm:t>
    </dgm:pt>
    <dgm:pt modelId="{C4893D23-66D1-4F0B-BC57-02A986A48A50}" type="parTrans" cxnId="{4A04DBD0-6AE4-4CD2-80EA-0AC26E57AAFF}">
      <dgm:prSet/>
      <dgm:spPr/>
      <dgm:t>
        <a:bodyPr/>
        <a:lstStyle/>
        <a:p>
          <a:pPr algn="ctr"/>
          <a:endParaRPr lang="en-US"/>
        </a:p>
      </dgm:t>
    </dgm:pt>
    <dgm:pt modelId="{B39AB13C-44CA-4545-85F3-2B06F2DDCAF0}" type="sibTrans" cxnId="{4A04DBD0-6AE4-4CD2-80EA-0AC26E57AAFF}">
      <dgm:prSet/>
      <dgm:spPr/>
      <dgm:t>
        <a:bodyPr/>
        <a:lstStyle/>
        <a:p>
          <a:pPr algn="ctr"/>
          <a:endParaRPr lang="en-US"/>
        </a:p>
      </dgm:t>
    </dgm:pt>
    <dgm:pt modelId="{CADD1DE5-99AD-4CB3-9339-100F448BA559}">
      <dgm:prSet/>
      <dgm:spPr/>
      <dgm:t>
        <a:bodyPr/>
        <a:lstStyle/>
        <a:p>
          <a:pPr algn="ctr"/>
          <a:r>
            <a:rPr lang="en-US"/>
            <a:t>Testing and quality assurance</a:t>
          </a:r>
          <a:endParaRPr lang="en-US" dirty="0"/>
        </a:p>
      </dgm:t>
    </dgm:pt>
    <dgm:pt modelId="{B6D16315-1FC6-4868-9573-D6C73BF733DA}" type="parTrans" cxnId="{71D61854-3541-4066-8D7D-902E29FE1893}">
      <dgm:prSet/>
      <dgm:spPr/>
      <dgm:t>
        <a:bodyPr/>
        <a:lstStyle/>
        <a:p>
          <a:pPr algn="ctr"/>
          <a:endParaRPr lang="en-US"/>
        </a:p>
      </dgm:t>
    </dgm:pt>
    <dgm:pt modelId="{22F1A7F8-7DCA-4FF9-B3DE-2E0820A5A229}" type="sibTrans" cxnId="{71D61854-3541-4066-8D7D-902E29FE1893}">
      <dgm:prSet/>
      <dgm:spPr/>
      <dgm:t>
        <a:bodyPr/>
        <a:lstStyle/>
        <a:p>
          <a:pPr algn="ctr"/>
          <a:endParaRPr lang="en-US"/>
        </a:p>
      </dgm:t>
    </dgm:pt>
    <dgm:pt modelId="{9E9F6552-CBCE-4A3C-9C15-C6F560BF8E97}">
      <dgm:prSet/>
      <dgm:spPr/>
      <dgm:t>
        <a:bodyPr/>
        <a:lstStyle/>
        <a:p>
          <a:pPr algn="ctr"/>
          <a:r>
            <a:rPr lang="en-US" dirty="0"/>
            <a:t>Developer collaboration</a:t>
          </a:r>
        </a:p>
      </dgm:t>
    </dgm:pt>
    <dgm:pt modelId="{4872E2A2-F309-45F3-A875-450CD4DC32E9}" type="parTrans" cxnId="{38410F98-E373-4CE6-82AD-6977B516EF9F}">
      <dgm:prSet/>
      <dgm:spPr/>
      <dgm:t>
        <a:bodyPr/>
        <a:lstStyle/>
        <a:p>
          <a:pPr algn="ctr"/>
          <a:endParaRPr lang="en-US"/>
        </a:p>
      </dgm:t>
    </dgm:pt>
    <dgm:pt modelId="{027C0642-3D91-4E31-8C42-6A9C48EFAE39}" type="sibTrans" cxnId="{38410F98-E373-4CE6-82AD-6977B516EF9F}">
      <dgm:prSet/>
      <dgm:spPr/>
      <dgm:t>
        <a:bodyPr/>
        <a:lstStyle/>
        <a:p>
          <a:pPr algn="ctr"/>
          <a:endParaRPr lang="en-US"/>
        </a:p>
      </dgm:t>
    </dgm:pt>
    <dgm:pt modelId="{6613C053-2F88-4E29-98CC-8D96636605D4}">
      <dgm:prSet/>
      <dgm:spPr/>
      <dgm:t>
        <a:bodyPr/>
        <a:lstStyle/>
        <a:p>
          <a:pPr algn="ctr"/>
          <a:r>
            <a:rPr lang="en-US" dirty="0"/>
            <a:t>Developer satisfaction</a:t>
          </a:r>
        </a:p>
      </dgm:t>
    </dgm:pt>
    <dgm:pt modelId="{9494D609-7BB8-4956-B246-17365F05B87A}" type="parTrans" cxnId="{4170065F-B899-4E11-9635-F372703E498F}">
      <dgm:prSet/>
      <dgm:spPr/>
      <dgm:t>
        <a:bodyPr/>
        <a:lstStyle/>
        <a:p>
          <a:endParaRPr lang="en-US"/>
        </a:p>
      </dgm:t>
    </dgm:pt>
    <dgm:pt modelId="{171AA52E-E213-4C4E-A65B-1A74EDEA9E33}" type="sibTrans" cxnId="{4170065F-B899-4E11-9635-F372703E498F}">
      <dgm:prSet/>
      <dgm:spPr/>
      <dgm:t>
        <a:bodyPr/>
        <a:lstStyle/>
        <a:p>
          <a:endParaRPr lang="en-US"/>
        </a:p>
      </dgm:t>
    </dgm:pt>
    <dgm:pt modelId="{C363CE1F-4FB1-45D6-9B2B-140E60B14CAA}" type="pres">
      <dgm:prSet presAssocID="{711CF7F9-203E-4C21-A461-FFF8E199D64E}" presName="vert0" presStyleCnt="0">
        <dgm:presLayoutVars>
          <dgm:dir/>
          <dgm:animOne val="branch"/>
          <dgm:animLvl val="lvl"/>
        </dgm:presLayoutVars>
      </dgm:prSet>
      <dgm:spPr/>
    </dgm:pt>
    <dgm:pt modelId="{F950428E-9B59-453D-818C-FA5BBE62CC5B}" type="pres">
      <dgm:prSet presAssocID="{05AC2B40-E921-41A2-B8BD-A14C8A10CBB7}" presName="thickLine" presStyleLbl="alignNode1" presStyleIdx="0" presStyleCnt="6"/>
      <dgm:spPr/>
    </dgm:pt>
    <dgm:pt modelId="{8627B164-5169-4327-96F9-CD3093959BE8}" type="pres">
      <dgm:prSet presAssocID="{05AC2B40-E921-41A2-B8BD-A14C8A10CBB7}" presName="horz1" presStyleCnt="0"/>
      <dgm:spPr/>
    </dgm:pt>
    <dgm:pt modelId="{7215453E-59D3-4B24-9693-2C54C6FEC4CD}" type="pres">
      <dgm:prSet presAssocID="{05AC2B40-E921-41A2-B8BD-A14C8A10CBB7}" presName="tx1" presStyleLbl="revTx" presStyleIdx="0" presStyleCnt="6"/>
      <dgm:spPr/>
    </dgm:pt>
    <dgm:pt modelId="{EE243C88-7A45-437D-B7D1-18F2F7806A3E}" type="pres">
      <dgm:prSet presAssocID="{05AC2B40-E921-41A2-B8BD-A14C8A10CBB7}" presName="vert1" presStyleCnt="0"/>
      <dgm:spPr/>
    </dgm:pt>
    <dgm:pt modelId="{86A7B402-EDE8-4193-A430-869075E63606}" type="pres">
      <dgm:prSet presAssocID="{1C012E44-8AA9-455E-BE06-5264A6A45E2F}" presName="thickLine" presStyleLbl="alignNode1" presStyleIdx="1" presStyleCnt="6"/>
      <dgm:spPr/>
    </dgm:pt>
    <dgm:pt modelId="{AF20426C-2D37-4AD2-9EEA-55007744AD41}" type="pres">
      <dgm:prSet presAssocID="{1C012E44-8AA9-455E-BE06-5264A6A45E2F}" presName="horz1" presStyleCnt="0"/>
      <dgm:spPr/>
    </dgm:pt>
    <dgm:pt modelId="{C3E74830-7A48-4661-925B-C634A9951E03}" type="pres">
      <dgm:prSet presAssocID="{1C012E44-8AA9-455E-BE06-5264A6A45E2F}" presName="tx1" presStyleLbl="revTx" presStyleIdx="1" presStyleCnt="6"/>
      <dgm:spPr/>
    </dgm:pt>
    <dgm:pt modelId="{96E4E2FD-2A49-4B97-A1AE-A25BCD4AF388}" type="pres">
      <dgm:prSet presAssocID="{1C012E44-8AA9-455E-BE06-5264A6A45E2F}" presName="vert1" presStyleCnt="0"/>
      <dgm:spPr/>
    </dgm:pt>
    <dgm:pt modelId="{044EB284-1B4C-4FC4-87DD-3353F2D9504C}" type="pres">
      <dgm:prSet presAssocID="{CADD1DE5-99AD-4CB3-9339-100F448BA559}" presName="thickLine" presStyleLbl="alignNode1" presStyleIdx="2" presStyleCnt="6"/>
      <dgm:spPr/>
    </dgm:pt>
    <dgm:pt modelId="{21838001-EBD3-4856-9741-BAE1A8C8EC80}" type="pres">
      <dgm:prSet presAssocID="{CADD1DE5-99AD-4CB3-9339-100F448BA559}" presName="horz1" presStyleCnt="0"/>
      <dgm:spPr/>
    </dgm:pt>
    <dgm:pt modelId="{B81AE8F2-3899-4C66-8CF2-959BB0486DB8}" type="pres">
      <dgm:prSet presAssocID="{CADD1DE5-99AD-4CB3-9339-100F448BA559}" presName="tx1" presStyleLbl="revTx" presStyleIdx="2" presStyleCnt="6"/>
      <dgm:spPr/>
    </dgm:pt>
    <dgm:pt modelId="{FDC57BBA-CAC1-42CE-ACEB-F1630062921D}" type="pres">
      <dgm:prSet presAssocID="{CADD1DE5-99AD-4CB3-9339-100F448BA559}" presName="vert1" presStyleCnt="0"/>
      <dgm:spPr/>
    </dgm:pt>
    <dgm:pt modelId="{81099105-0F08-4A4A-9979-D5BE9BB4C343}" type="pres">
      <dgm:prSet presAssocID="{978819DB-43B0-4726-A903-AFB5916AE167}" presName="thickLine" presStyleLbl="alignNode1" presStyleIdx="3" presStyleCnt="6"/>
      <dgm:spPr/>
    </dgm:pt>
    <dgm:pt modelId="{BD77621B-8189-42AD-A381-B66C4A9620BF}" type="pres">
      <dgm:prSet presAssocID="{978819DB-43B0-4726-A903-AFB5916AE167}" presName="horz1" presStyleCnt="0"/>
      <dgm:spPr/>
    </dgm:pt>
    <dgm:pt modelId="{2394115B-A3F4-4D0C-8A6B-516FCB0867E2}" type="pres">
      <dgm:prSet presAssocID="{978819DB-43B0-4726-A903-AFB5916AE167}" presName="tx1" presStyleLbl="revTx" presStyleIdx="3" presStyleCnt="6"/>
      <dgm:spPr/>
    </dgm:pt>
    <dgm:pt modelId="{F908FEED-C5F2-4D20-804A-D8AAC6151C96}" type="pres">
      <dgm:prSet presAssocID="{978819DB-43B0-4726-A903-AFB5916AE167}" presName="vert1" presStyleCnt="0"/>
      <dgm:spPr/>
    </dgm:pt>
    <dgm:pt modelId="{3D650139-ECA1-4FFB-998E-503B7A215F41}" type="pres">
      <dgm:prSet presAssocID="{9E9F6552-CBCE-4A3C-9C15-C6F560BF8E97}" presName="thickLine" presStyleLbl="alignNode1" presStyleIdx="4" presStyleCnt="6"/>
      <dgm:spPr/>
    </dgm:pt>
    <dgm:pt modelId="{CA13B933-B747-4A6B-A276-058721BB9349}" type="pres">
      <dgm:prSet presAssocID="{9E9F6552-CBCE-4A3C-9C15-C6F560BF8E97}" presName="horz1" presStyleCnt="0"/>
      <dgm:spPr/>
    </dgm:pt>
    <dgm:pt modelId="{6D9D5B78-7408-4678-9798-7129C5D9C0C8}" type="pres">
      <dgm:prSet presAssocID="{9E9F6552-CBCE-4A3C-9C15-C6F560BF8E97}" presName="tx1" presStyleLbl="revTx" presStyleIdx="4" presStyleCnt="6"/>
      <dgm:spPr/>
    </dgm:pt>
    <dgm:pt modelId="{CF4C5833-52CF-44B7-9387-AC5F8D61F259}" type="pres">
      <dgm:prSet presAssocID="{9E9F6552-CBCE-4A3C-9C15-C6F560BF8E97}" presName="vert1" presStyleCnt="0"/>
      <dgm:spPr/>
    </dgm:pt>
    <dgm:pt modelId="{0E77D5D4-9E4A-410F-A6AE-50B80CDC1072}" type="pres">
      <dgm:prSet presAssocID="{6613C053-2F88-4E29-98CC-8D96636605D4}" presName="thickLine" presStyleLbl="alignNode1" presStyleIdx="5" presStyleCnt="6"/>
      <dgm:spPr/>
    </dgm:pt>
    <dgm:pt modelId="{175609C9-9487-4DDA-8D8E-37B42B2AB89D}" type="pres">
      <dgm:prSet presAssocID="{6613C053-2F88-4E29-98CC-8D96636605D4}" presName="horz1" presStyleCnt="0"/>
      <dgm:spPr/>
    </dgm:pt>
    <dgm:pt modelId="{134D106F-7E6D-481C-851A-2F8447037205}" type="pres">
      <dgm:prSet presAssocID="{6613C053-2F88-4E29-98CC-8D96636605D4}" presName="tx1" presStyleLbl="revTx" presStyleIdx="5" presStyleCnt="6"/>
      <dgm:spPr/>
    </dgm:pt>
    <dgm:pt modelId="{3F0A53FD-AB0B-4069-9D2C-EF4B685FE1C4}" type="pres">
      <dgm:prSet presAssocID="{6613C053-2F88-4E29-98CC-8D96636605D4}" presName="vert1" presStyleCnt="0"/>
      <dgm:spPr/>
    </dgm:pt>
  </dgm:ptLst>
  <dgm:cxnLst>
    <dgm:cxn modelId="{7403F811-1ABE-4ECA-96BB-D4BD8F4C0111}" type="presOf" srcId="{CADD1DE5-99AD-4CB3-9339-100F448BA559}" destId="{B81AE8F2-3899-4C66-8CF2-959BB0486DB8}" srcOrd="0" destOrd="0" presId="urn:microsoft.com/office/officeart/2008/layout/LinedList"/>
    <dgm:cxn modelId="{18990925-D396-4ED1-A762-786058F574A5}" type="presOf" srcId="{05AC2B40-E921-41A2-B8BD-A14C8A10CBB7}" destId="{7215453E-59D3-4B24-9693-2C54C6FEC4CD}" srcOrd="0" destOrd="0" presId="urn:microsoft.com/office/officeart/2008/layout/LinedList"/>
    <dgm:cxn modelId="{4170065F-B899-4E11-9635-F372703E498F}" srcId="{711CF7F9-203E-4C21-A461-FFF8E199D64E}" destId="{6613C053-2F88-4E29-98CC-8D96636605D4}" srcOrd="5" destOrd="0" parTransId="{9494D609-7BB8-4956-B246-17365F05B87A}" sibTransId="{171AA52E-E213-4C4E-A65B-1A74EDEA9E33}"/>
    <dgm:cxn modelId="{C04F3969-7AB5-4969-A7CE-6AFE1BBBB647}" srcId="{711CF7F9-203E-4C21-A461-FFF8E199D64E}" destId="{1C012E44-8AA9-455E-BE06-5264A6A45E2F}" srcOrd="1" destOrd="0" parTransId="{43012645-5174-48C6-AB2B-E67FF0875AB6}" sibTransId="{0A4F8185-2A07-4774-AD85-E9558B68BD41}"/>
    <dgm:cxn modelId="{71D61854-3541-4066-8D7D-902E29FE1893}" srcId="{711CF7F9-203E-4C21-A461-FFF8E199D64E}" destId="{CADD1DE5-99AD-4CB3-9339-100F448BA559}" srcOrd="2" destOrd="0" parTransId="{B6D16315-1FC6-4868-9573-D6C73BF733DA}" sibTransId="{22F1A7F8-7DCA-4FF9-B3DE-2E0820A5A229}"/>
    <dgm:cxn modelId="{C332B57E-B669-4F4D-85D2-79C29C2B14DD}" type="presOf" srcId="{1C012E44-8AA9-455E-BE06-5264A6A45E2F}" destId="{C3E74830-7A48-4661-925B-C634A9951E03}" srcOrd="0" destOrd="0" presId="urn:microsoft.com/office/officeart/2008/layout/LinedList"/>
    <dgm:cxn modelId="{39178B83-4FAC-42A3-89EF-DA1CA24C289A}" type="presOf" srcId="{978819DB-43B0-4726-A903-AFB5916AE167}" destId="{2394115B-A3F4-4D0C-8A6B-516FCB0867E2}" srcOrd="0" destOrd="0" presId="urn:microsoft.com/office/officeart/2008/layout/LinedList"/>
    <dgm:cxn modelId="{38410F98-E373-4CE6-82AD-6977B516EF9F}" srcId="{711CF7F9-203E-4C21-A461-FFF8E199D64E}" destId="{9E9F6552-CBCE-4A3C-9C15-C6F560BF8E97}" srcOrd="4" destOrd="0" parTransId="{4872E2A2-F309-45F3-A875-450CD4DC32E9}" sibTransId="{027C0642-3D91-4E31-8C42-6A9C48EFAE39}"/>
    <dgm:cxn modelId="{02D155AD-8AAB-4359-A3FD-0ECE4CDC543A}" srcId="{711CF7F9-203E-4C21-A461-FFF8E199D64E}" destId="{05AC2B40-E921-41A2-B8BD-A14C8A10CBB7}" srcOrd="0" destOrd="0" parTransId="{D12DFCE7-9ACE-4DCF-9774-61EDEE3ED4CF}" sibTransId="{687BBA56-3E6F-4EDE-B22F-28F807935379}"/>
    <dgm:cxn modelId="{70BD65AE-FA66-4CAF-AA89-6D9F794F3655}" type="presOf" srcId="{6613C053-2F88-4E29-98CC-8D96636605D4}" destId="{134D106F-7E6D-481C-851A-2F8447037205}" srcOrd="0" destOrd="0" presId="urn:microsoft.com/office/officeart/2008/layout/LinedList"/>
    <dgm:cxn modelId="{FCBA80CB-F83D-40A1-9F05-D7CFB632BEB8}" type="presOf" srcId="{9E9F6552-CBCE-4A3C-9C15-C6F560BF8E97}" destId="{6D9D5B78-7408-4678-9798-7129C5D9C0C8}" srcOrd="0" destOrd="0" presId="urn:microsoft.com/office/officeart/2008/layout/LinedList"/>
    <dgm:cxn modelId="{4A04DBD0-6AE4-4CD2-80EA-0AC26E57AAFF}" srcId="{711CF7F9-203E-4C21-A461-FFF8E199D64E}" destId="{978819DB-43B0-4726-A903-AFB5916AE167}" srcOrd="3" destOrd="0" parTransId="{C4893D23-66D1-4F0B-BC57-02A986A48A50}" sibTransId="{B39AB13C-44CA-4545-85F3-2B06F2DDCAF0}"/>
    <dgm:cxn modelId="{EFF73DE9-5D08-48E9-99D6-E6E6566E6E53}" type="presOf" srcId="{711CF7F9-203E-4C21-A461-FFF8E199D64E}" destId="{C363CE1F-4FB1-45D6-9B2B-140E60B14CAA}" srcOrd="0" destOrd="0" presId="urn:microsoft.com/office/officeart/2008/layout/LinedList"/>
    <dgm:cxn modelId="{198CBBFD-7635-427D-9B2A-705CA0DA6210}" type="presParOf" srcId="{C363CE1F-4FB1-45D6-9B2B-140E60B14CAA}" destId="{F950428E-9B59-453D-818C-FA5BBE62CC5B}" srcOrd="0" destOrd="0" presId="urn:microsoft.com/office/officeart/2008/layout/LinedList"/>
    <dgm:cxn modelId="{C92D8872-09DA-4497-B5BF-4DA5715369AE}" type="presParOf" srcId="{C363CE1F-4FB1-45D6-9B2B-140E60B14CAA}" destId="{8627B164-5169-4327-96F9-CD3093959BE8}" srcOrd="1" destOrd="0" presId="urn:microsoft.com/office/officeart/2008/layout/LinedList"/>
    <dgm:cxn modelId="{9F2497D5-0D10-43A3-8A41-E4D91F37EF3C}" type="presParOf" srcId="{8627B164-5169-4327-96F9-CD3093959BE8}" destId="{7215453E-59D3-4B24-9693-2C54C6FEC4CD}" srcOrd="0" destOrd="0" presId="urn:microsoft.com/office/officeart/2008/layout/LinedList"/>
    <dgm:cxn modelId="{16FAA203-3437-4C67-84F6-A2DB4E2A4183}" type="presParOf" srcId="{8627B164-5169-4327-96F9-CD3093959BE8}" destId="{EE243C88-7A45-437D-B7D1-18F2F7806A3E}" srcOrd="1" destOrd="0" presId="urn:microsoft.com/office/officeart/2008/layout/LinedList"/>
    <dgm:cxn modelId="{3CEE22E8-C823-41AB-ABE3-239EB7A9AFC1}" type="presParOf" srcId="{C363CE1F-4FB1-45D6-9B2B-140E60B14CAA}" destId="{86A7B402-EDE8-4193-A430-869075E63606}" srcOrd="2" destOrd="0" presId="urn:microsoft.com/office/officeart/2008/layout/LinedList"/>
    <dgm:cxn modelId="{D0ECB490-B96B-4CA4-83D9-CB3A0C3DA777}" type="presParOf" srcId="{C363CE1F-4FB1-45D6-9B2B-140E60B14CAA}" destId="{AF20426C-2D37-4AD2-9EEA-55007744AD41}" srcOrd="3" destOrd="0" presId="urn:microsoft.com/office/officeart/2008/layout/LinedList"/>
    <dgm:cxn modelId="{9E64799D-8DE6-49D7-8FF9-2B0885B6DC48}" type="presParOf" srcId="{AF20426C-2D37-4AD2-9EEA-55007744AD41}" destId="{C3E74830-7A48-4661-925B-C634A9951E03}" srcOrd="0" destOrd="0" presId="urn:microsoft.com/office/officeart/2008/layout/LinedList"/>
    <dgm:cxn modelId="{A0AD9B0B-2859-4E44-8499-0F496458A537}" type="presParOf" srcId="{AF20426C-2D37-4AD2-9EEA-55007744AD41}" destId="{96E4E2FD-2A49-4B97-A1AE-A25BCD4AF388}" srcOrd="1" destOrd="0" presId="urn:microsoft.com/office/officeart/2008/layout/LinedList"/>
    <dgm:cxn modelId="{023520D4-EF2C-4817-BDBC-6B97355AB20C}" type="presParOf" srcId="{C363CE1F-4FB1-45D6-9B2B-140E60B14CAA}" destId="{044EB284-1B4C-4FC4-87DD-3353F2D9504C}" srcOrd="4" destOrd="0" presId="urn:microsoft.com/office/officeart/2008/layout/LinedList"/>
    <dgm:cxn modelId="{1DF5626E-CAEF-417B-BF83-FC3301E959F8}" type="presParOf" srcId="{C363CE1F-4FB1-45D6-9B2B-140E60B14CAA}" destId="{21838001-EBD3-4856-9741-BAE1A8C8EC80}" srcOrd="5" destOrd="0" presId="urn:microsoft.com/office/officeart/2008/layout/LinedList"/>
    <dgm:cxn modelId="{B07D16B5-246D-4052-8BEF-72625EBB6E1C}" type="presParOf" srcId="{21838001-EBD3-4856-9741-BAE1A8C8EC80}" destId="{B81AE8F2-3899-4C66-8CF2-959BB0486DB8}" srcOrd="0" destOrd="0" presId="urn:microsoft.com/office/officeart/2008/layout/LinedList"/>
    <dgm:cxn modelId="{6E7928D5-1222-43FF-9F1A-367DBDEAA6B2}" type="presParOf" srcId="{21838001-EBD3-4856-9741-BAE1A8C8EC80}" destId="{FDC57BBA-CAC1-42CE-ACEB-F1630062921D}" srcOrd="1" destOrd="0" presId="urn:microsoft.com/office/officeart/2008/layout/LinedList"/>
    <dgm:cxn modelId="{4EC212B7-6E5E-4604-A52A-8DF9A4ECD52C}" type="presParOf" srcId="{C363CE1F-4FB1-45D6-9B2B-140E60B14CAA}" destId="{81099105-0F08-4A4A-9979-D5BE9BB4C343}" srcOrd="6" destOrd="0" presId="urn:microsoft.com/office/officeart/2008/layout/LinedList"/>
    <dgm:cxn modelId="{6D3F12AF-7489-47D0-BDFD-D26FE02BDA53}" type="presParOf" srcId="{C363CE1F-4FB1-45D6-9B2B-140E60B14CAA}" destId="{BD77621B-8189-42AD-A381-B66C4A9620BF}" srcOrd="7" destOrd="0" presId="urn:microsoft.com/office/officeart/2008/layout/LinedList"/>
    <dgm:cxn modelId="{7C816C4D-C98F-48DE-9A36-0BE1FC34A0DC}" type="presParOf" srcId="{BD77621B-8189-42AD-A381-B66C4A9620BF}" destId="{2394115B-A3F4-4D0C-8A6B-516FCB0867E2}" srcOrd="0" destOrd="0" presId="urn:microsoft.com/office/officeart/2008/layout/LinedList"/>
    <dgm:cxn modelId="{D02A9167-9B69-4EF1-9D77-9F9F03742CE4}" type="presParOf" srcId="{BD77621B-8189-42AD-A381-B66C4A9620BF}" destId="{F908FEED-C5F2-4D20-804A-D8AAC6151C96}" srcOrd="1" destOrd="0" presId="urn:microsoft.com/office/officeart/2008/layout/LinedList"/>
    <dgm:cxn modelId="{54A74DF1-9E8B-4023-9824-69F9527C9173}" type="presParOf" srcId="{C363CE1F-4FB1-45D6-9B2B-140E60B14CAA}" destId="{3D650139-ECA1-4FFB-998E-503B7A215F41}" srcOrd="8" destOrd="0" presId="urn:microsoft.com/office/officeart/2008/layout/LinedList"/>
    <dgm:cxn modelId="{D12F9A58-AE11-488E-8DA4-638110554975}" type="presParOf" srcId="{C363CE1F-4FB1-45D6-9B2B-140E60B14CAA}" destId="{CA13B933-B747-4A6B-A276-058721BB9349}" srcOrd="9" destOrd="0" presId="urn:microsoft.com/office/officeart/2008/layout/LinedList"/>
    <dgm:cxn modelId="{6D0B628A-498E-4035-91FD-091065F7D29D}" type="presParOf" srcId="{CA13B933-B747-4A6B-A276-058721BB9349}" destId="{6D9D5B78-7408-4678-9798-7129C5D9C0C8}" srcOrd="0" destOrd="0" presId="urn:microsoft.com/office/officeart/2008/layout/LinedList"/>
    <dgm:cxn modelId="{C19E631E-57A1-4CE4-B4F4-9C6CDE059C6D}" type="presParOf" srcId="{CA13B933-B747-4A6B-A276-058721BB9349}" destId="{CF4C5833-52CF-44B7-9387-AC5F8D61F259}" srcOrd="1" destOrd="0" presId="urn:microsoft.com/office/officeart/2008/layout/LinedList"/>
    <dgm:cxn modelId="{596CB538-3326-41E0-B511-2514A7509136}" type="presParOf" srcId="{C363CE1F-4FB1-45D6-9B2B-140E60B14CAA}" destId="{0E77D5D4-9E4A-410F-A6AE-50B80CDC1072}" srcOrd="10" destOrd="0" presId="urn:microsoft.com/office/officeart/2008/layout/LinedList"/>
    <dgm:cxn modelId="{C917031E-C301-4F95-87B6-9E9EB0600F33}" type="presParOf" srcId="{C363CE1F-4FB1-45D6-9B2B-140E60B14CAA}" destId="{175609C9-9487-4DDA-8D8E-37B42B2AB89D}" srcOrd="11" destOrd="0" presId="urn:microsoft.com/office/officeart/2008/layout/LinedList"/>
    <dgm:cxn modelId="{A9A7559A-7B55-4682-A8CB-5E7FF18A3EAE}" type="presParOf" srcId="{175609C9-9487-4DDA-8D8E-37B42B2AB89D}" destId="{134D106F-7E6D-481C-851A-2F8447037205}" srcOrd="0" destOrd="0" presId="urn:microsoft.com/office/officeart/2008/layout/LinedList"/>
    <dgm:cxn modelId="{F6EB8762-05D7-4B7B-97F1-1CB5D2C6BEB7}" type="presParOf" srcId="{175609C9-9487-4DDA-8D8E-37B42B2AB89D}" destId="{3F0A53FD-AB0B-4069-9D2C-EF4B685FE1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F69B13-2B97-4933-9EC6-9D91CB6290D6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6F73B6A-546B-4DA2-9F36-E9CA5C798D24}">
      <dgm:prSet phldrT="[Text]" phldr="0" custT="1"/>
      <dgm:spPr/>
      <dgm:t>
        <a:bodyPr/>
        <a:lstStyle/>
        <a:p>
          <a:r>
            <a:rPr lang="en-US" sz="2800" dirty="0"/>
            <a:t>Purpose</a:t>
          </a:r>
        </a:p>
      </dgm:t>
    </dgm:pt>
    <dgm:pt modelId="{E9B5D001-CB38-4698-A1A9-EA6598DAAE67}" type="parTrans" cxnId="{B48EF3FA-34A5-47FB-9AA6-9CDB39B7EA9A}">
      <dgm:prSet/>
      <dgm:spPr/>
      <dgm:t>
        <a:bodyPr/>
        <a:lstStyle/>
        <a:p>
          <a:endParaRPr lang="en-US"/>
        </a:p>
      </dgm:t>
    </dgm:pt>
    <dgm:pt modelId="{D7B428F1-75EF-44C6-A5EC-9E7859FC75DF}" type="sibTrans" cxnId="{B48EF3FA-34A5-47FB-9AA6-9CDB39B7EA9A}">
      <dgm:prSet/>
      <dgm:spPr/>
      <dgm:t>
        <a:bodyPr/>
        <a:lstStyle/>
        <a:p>
          <a:endParaRPr lang="en-US"/>
        </a:p>
      </dgm:t>
    </dgm:pt>
    <dgm:pt modelId="{EAE200ED-4764-49AE-A01B-0477A04C93EF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Compare? Characterize? Evaluate?</a:t>
          </a:r>
        </a:p>
      </dgm:t>
    </dgm:pt>
    <dgm:pt modelId="{5A68F671-C1DE-414F-977C-AF3DD0C3AC78}" type="parTrans" cxnId="{24EFB897-F5BE-47D2-A56B-EB5AB1239FC0}">
      <dgm:prSet/>
      <dgm:spPr/>
      <dgm:t>
        <a:bodyPr/>
        <a:lstStyle/>
        <a:p>
          <a:endParaRPr lang="en-US"/>
        </a:p>
      </dgm:t>
    </dgm:pt>
    <dgm:pt modelId="{E1D15AF3-9E21-4253-A294-678A55D75B25}" type="sibTrans" cxnId="{24EFB897-F5BE-47D2-A56B-EB5AB1239FC0}">
      <dgm:prSet/>
      <dgm:spPr/>
      <dgm:t>
        <a:bodyPr/>
        <a:lstStyle/>
        <a:p>
          <a:endParaRPr lang="en-US"/>
        </a:p>
      </dgm:t>
    </dgm:pt>
    <dgm:pt modelId="{2739FF9D-308F-4026-AC2B-4F20980CDDDA}">
      <dgm:prSet phldrT="[Text]" phldr="0" custT="1"/>
      <dgm:spPr/>
      <dgm:t>
        <a:bodyPr/>
        <a:lstStyle/>
        <a:p>
          <a:r>
            <a:rPr lang="en-US" sz="2800" dirty="0"/>
            <a:t>Object of study</a:t>
          </a:r>
        </a:p>
      </dgm:t>
    </dgm:pt>
    <dgm:pt modelId="{D0FFE133-171B-4B0B-A82A-B9AB40E596F6}" type="parTrans" cxnId="{5E33D458-9FB4-4C3E-9729-E0071E61079B}">
      <dgm:prSet/>
      <dgm:spPr/>
      <dgm:t>
        <a:bodyPr/>
        <a:lstStyle/>
        <a:p>
          <a:endParaRPr lang="en-US"/>
        </a:p>
      </dgm:t>
    </dgm:pt>
    <dgm:pt modelId="{456A94A3-F516-4E70-AB52-8BEB146AEF7B}" type="sibTrans" cxnId="{5E33D458-9FB4-4C3E-9729-E0071E61079B}">
      <dgm:prSet/>
      <dgm:spPr/>
      <dgm:t>
        <a:bodyPr/>
        <a:lstStyle/>
        <a:p>
          <a:endParaRPr lang="en-US"/>
        </a:p>
      </dgm:t>
    </dgm:pt>
    <dgm:pt modelId="{78BABD62-7DB5-4654-A2D2-0507BB21774B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AI coding tools</a:t>
          </a:r>
        </a:p>
      </dgm:t>
    </dgm:pt>
    <dgm:pt modelId="{D89C11DA-6ECF-4476-9EA6-E8CB590AA1DB}" type="parTrans" cxnId="{029862E7-00AB-4905-B39B-B8042C570EB8}">
      <dgm:prSet/>
      <dgm:spPr/>
      <dgm:t>
        <a:bodyPr/>
        <a:lstStyle/>
        <a:p>
          <a:endParaRPr lang="en-US"/>
        </a:p>
      </dgm:t>
    </dgm:pt>
    <dgm:pt modelId="{2E017683-A1DA-4186-AFB6-B8310FDD82E3}" type="sibTrans" cxnId="{029862E7-00AB-4905-B39B-B8042C570EB8}">
      <dgm:prSet/>
      <dgm:spPr/>
      <dgm:t>
        <a:bodyPr/>
        <a:lstStyle/>
        <a:p>
          <a:endParaRPr lang="en-US"/>
        </a:p>
      </dgm:t>
    </dgm:pt>
    <dgm:pt modelId="{28F5B6F6-9309-443E-939C-1E3CFFD3B9EC}">
      <dgm:prSet phldrT="[Text]" phldr="0" custT="1"/>
      <dgm:spPr/>
      <dgm:t>
        <a:bodyPr/>
        <a:lstStyle/>
        <a:p>
          <a:r>
            <a:rPr lang="en-US" sz="2800" dirty="0"/>
            <a:t>Focus</a:t>
          </a:r>
        </a:p>
      </dgm:t>
    </dgm:pt>
    <dgm:pt modelId="{FF4239B3-29F3-4F8E-8412-A2AE807008B1}" type="parTrans" cxnId="{A7F165E9-D096-4C7C-8359-44AE51400A1E}">
      <dgm:prSet/>
      <dgm:spPr/>
      <dgm:t>
        <a:bodyPr/>
        <a:lstStyle/>
        <a:p>
          <a:endParaRPr lang="en-US"/>
        </a:p>
      </dgm:t>
    </dgm:pt>
    <dgm:pt modelId="{FB70BA5A-C53B-4CEA-9BC1-20D995ABBEC4}" type="sibTrans" cxnId="{A7F165E9-D096-4C7C-8359-44AE51400A1E}">
      <dgm:prSet/>
      <dgm:spPr/>
      <dgm:t>
        <a:bodyPr/>
        <a:lstStyle/>
        <a:p>
          <a:endParaRPr lang="en-US"/>
        </a:p>
      </dgm:t>
    </dgm:pt>
    <dgm:pt modelId="{A8773E68-87EC-46D4-99FB-BA82DB1B2DE6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Improve productivity? </a:t>
          </a:r>
        </a:p>
      </dgm:t>
    </dgm:pt>
    <dgm:pt modelId="{542FB74F-238B-4824-ADC3-EE24B54EA9A8}" type="parTrans" cxnId="{2FB1002F-7F1F-4F22-86D0-CBF67B35E7E8}">
      <dgm:prSet/>
      <dgm:spPr/>
      <dgm:t>
        <a:bodyPr/>
        <a:lstStyle/>
        <a:p>
          <a:endParaRPr lang="en-US"/>
        </a:p>
      </dgm:t>
    </dgm:pt>
    <dgm:pt modelId="{2AE9486C-7725-4222-9C11-87C2CE2E66F9}" type="sibTrans" cxnId="{2FB1002F-7F1F-4F22-86D0-CBF67B35E7E8}">
      <dgm:prSet/>
      <dgm:spPr/>
      <dgm:t>
        <a:bodyPr/>
        <a:lstStyle/>
        <a:p>
          <a:endParaRPr lang="en-US"/>
        </a:p>
      </dgm:t>
    </dgm:pt>
    <dgm:pt modelId="{C4C811F5-CBC5-474A-801F-E03716E2981D}">
      <dgm:prSet phldrT="[Text]" phldr="0" custT="1"/>
      <dgm:spPr/>
      <dgm:t>
        <a:bodyPr/>
        <a:lstStyle/>
        <a:p>
          <a:r>
            <a:rPr lang="en-US" sz="2800" dirty="0"/>
            <a:t>Perspective</a:t>
          </a:r>
        </a:p>
      </dgm:t>
    </dgm:pt>
    <dgm:pt modelId="{8CCB8873-F01B-4C49-967C-4E4735738121}" type="parTrans" cxnId="{2AFDA8FB-E52F-4FED-BCB3-4CA5346FA007}">
      <dgm:prSet/>
      <dgm:spPr/>
      <dgm:t>
        <a:bodyPr/>
        <a:lstStyle/>
        <a:p>
          <a:endParaRPr lang="en-US"/>
        </a:p>
      </dgm:t>
    </dgm:pt>
    <dgm:pt modelId="{007193EA-10E5-4CF1-B562-15B74E2F7889}" type="sibTrans" cxnId="{2AFDA8FB-E52F-4FED-BCB3-4CA5346FA007}">
      <dgm:prSet/>
      <dgm:spPr/>
      <dgm:t>
        <a:bodyPr/>
        <a:lstStyle/>
        <a:p>
          <a:endParaRPr lang="en-US"/>
        </a:p>
      </dgm:t>
    </dgm:pt>
    <dgm:pt modelId="{3DE3C72E-3822-48C7-AA9D-3B9AD1C72382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Developer or student? </a:t>
          </a:r>
        </a:p>
      </dgm:t>
    </dgm:pt>
    <dgm:pt modelId="{110D9973-46FD-4182-B66C-92A70ED38D4E}" type="parTrans" cxnId="{301BC246-D8E3-4382-82A5-7195A1AF3A53}">
      <dgm:prSet/>
      <dgm:spPr/>
      <dgm:t>
        <a:bodyPr/>
        <a:lstStyle/>
        <a:p>
          <a:endParaRPr lang="en-US"/>
        </a:p>
      </dgm:t>
    </dgm:pt>
    <dgm:pt modelId="{5836735C-36A4-427A-9791-0A0B9A4CF194}" type="sibTrans" cxnId="{301BC246-D8E3-4382-82A5-7195A1AF3A53}">
      <dgm:prSet/>
      <dgm:spPr/>
      <dgm:t>
        <a:bodyPr/>
        <a:lstStyle/>
        <a:p>
          <a:endParaRPr lang="en-US"/>
        </a:p>
      </dgm:t>
    </dgm:pt>
    <dgm:pt modelId="{F7C7D8DA-4A37-4FD9-8D56-37E707103995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Context</a:t>
          </a:r>
        </a:p>
      </dgm:t>
    </dgm:pt>
    <dgm:pt modelId="{BA6FFC80-7F4D-4B75-A36F-D8B06A074DC9}" type="parTrans" cxnId="{9CA15D67-299C-48BE-8919-6D5D2A7CB35B}">
      <dgm:prSet/>
      <dgm:spPr/>
      <dgm:t>
        <a:bodyPr/>
        <a:lstStyle/>
        <a:p>
          <a:endParaRPr lang="en-US"/>
        </a:p>
      </dgm:t>
    </dgm:pt>
    <dgm:pt modelId="{6609321F-3520-43D3-9020-DFA19C575E88}" type="sibTrans" cxnId="{9CA15D67-299C-48BE-8919-6D5D2A7CB35B}">
      <dgm:prSet/>
      <dgm:spPr/>
      <dgm:t>
        <a:bodyPr/>
        <a:lstStyle/>
        <a:p>
          <a:endParaRPr lang="en-US"/>
        </a:p>
      </dgm:t>
    </dgm:pt>
    <dgm:pt modelId="{8A647D23-EDD3-4AEB-8048-A786775BF0A3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Doing what? What types of projects?</a:t>
          </a:r>
        </a:p>
      </dgm:t>
    </dgm:pt>
    <dgm:pt modelId="{3D3A4D02-14AE-4B06-A06C-8083EDC41F8D}" type="parTrans" cxnId="{5F1E94F7-46D1-4F7E-8505-1F457EDF500B}">
      <dgm:prSet/>
      <dgm:spPr/>
      <dgm:t>
        <a:bodyPr/>
        <a:lstStyle/>
        <a:p>
          <a:endParaRPr lang="en-US"/>
        </a:p>
      </dgm:t>
    </dgm:pt>
    <dgm:pt modelId="{522600F5-AA23-4447-8C37-5372A315AE00}" type="sibTrans" cxnId="{5F1E94F7-46D1-4F7E-8505-1F457EDF500B}">
      <dgm:prSet/>
      <dgm:spPr/>
      <dgm:t>
        <a:bodyPr/>
        <a:lstStyle/>
        <a:p>
          <a:endParaRPr lang="en-US"/>
        </a:p>
      </dgm:t>
    </dgm:pt>
    <dgm:pt modelId="{11C71400-8574-4E72-B32E-DADF409A4762}" type="pres">
      <dgm:prSet presAssocID="{10F69B13-2B97-4933-9EC6-9D91CB6290D6}" presName="Name0" presStyleCnt="0">
        <dgm:presLayoutVars>
          <dgm:dir/>
          <dgm:animLvl val="lvl"/>
          <dgm:resizeHandles val="exact"/>
        </dgm:presLayoutVars>
      </dgm:prSet>
      <dgm:spPr/>
    </dgm:pt>
    <dgm:pt modelId="{9C621396-34DF-4C26-BAA8-2042FC34EF5B}" type="pres">
      <dgm:prSet presAssocID="{C6F73B6A-546B-4DA2-9F36-E9CA5C798D24}" presName="linNode" presStyleCnt="0"/>
      <dgm:spPr/>
    </dgm:pt>
    <dgm:pt modelId="{40F9DF1F-ECD6-4EFB-B676-A73C4274850F}" type="pres">
      <dgm:prSet presAssocID="{C6F73B6A-546B-4DA2-9F36-E9CA5C798D24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274F7CD-09D0-42F2-9531-2AE412FD91DC}" type="pres">
      <dgm:prSet presAssocID="{C6F73B6A-546B-4DA2-9F36-E9CA5C798D24}" presName="descendantText" presStyleLbl="alignAccFollowNode1" presStyleIdx="0" presStyleCnt="5">
        <dgm:presLayoutVars>
          <dgm:bulletEnabled val="1"/>
        </dgm:presLayoutVars>
      </dgm:prSet>
      <dgm:spPr/>
    </dgm:pt>
    <dgm:pt modelId="{5D56D73B-8FC2-438C-A497-560A99240AD7}" type="pres">
      <dgm:prSet presAssocID="{D7B428F1-75EF-44C6-A5EC-9E7859FC75DF}" presName="sp" presStyleCnt="0"/>
      <dgm:spPr/>
    </dgm:pt>
    <dgm:pt modelId="{02443364-B1B3-45FF-9EDF-BDF863B0878A}" type="pres">
      <dgm:prSet presAssocID="{2739FF9D-308F-4026-AC2B-4F20980CDDDA}" presName="linNode" presStyleCnt="0"/>
      <dgm:spPr/>
    </dgm:pt>
    <dgm:pt modelId="{AFEC926D-080F-4071-9047-9351C1CF8EB3}" type="pres">
      <dgm:prSet presAssocID="{2739FF9D-308F-4026-AC2B-4F20980CDDDA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9E74A6B-BD5B-4FB5-B5F7-F73FEEAB7EB8}" type="pres">
      <dgm:prSet presAssocID="{2739FF9D-308F-4026-AC2B-4F20980CDDDA}" presName="descendantText" presStyleLbl="alignAccFollowNode1" presStyleIdx="1" presStyleCnt="5">
        <dgm:presLayoutVars>
          <dgm:bulletEnabled val="1"/>
        </dgm:presLayoutVars>
      </dgm:prSet>
      <dgm:spPr/>
    </dgm:pt>
    <dgm:pt modelId="{E64C0509-3115-47BE-B6A9-6B140533B896}" type="pres">
      <dgm:prSet presAssocID="{456A94A3-F516-4E70-AB52-8BEB146AEF7B}" presName="sp" presStyleCnt="0"/>
      <dgm:spPr/>
    </dgm:pt>
    <dgm:pt modelId="{709B10CD-52E6-4F07-BB7A-E05445D8953B}" type="pres">
      <dgm:prSet presAssocID="{28F5B6F6-9309-443E-939C-1E3CFFD3B9EC}" presName="linNode" presStyleCnt="0"/>
      <dgm:spPr/>
    </dgm:pt>
    <dgm:pt modelId="{70DBB661-90DA-433D-9BB1-FDBF12ECD653}" type="pres">
      <dgm:prSet presAssocID="{28F5B6F6-9309-443E-939C-1E3CFFD3B9E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598656E6-96B3-4BC5-AD2D-F84B514095FC}" type="pres">
      <dgm:prSet presAssocID="{28F5B6F6-9309-443E-939C-1E3CFFD3B9EC}" presName="descendantText" presStyleLbl="alignAccFollowNode1" presStyleIdx="2" presStyleCnt="5">
        <dgm:presLayoutVars>
          <dgm:bulletEnabled val="1"/>
        </dgm:presLayoutVars>
      </dgm:prSet>
      <dgm:spPr/>
    </dgm:pt>
    <dgm:pt modelId="{C77BEC3D-8378-480F-A1B9-2317D6A61EB2}" type="pres">
      <dgm:prSet presAssocID="{FB70BA5A-C53B-4CEA-9BC1-20D995ABBEC4}" presName="sp" presStyleCnt="0"/>
      <dgm:spPr/>
    </dgm:pt>
    <dgm:pt modelId="{D0ABC2D7-A4C8-4F43-A1DA-0B4373E1171E}" type="pres">
      <dgm:prSet presAssocID="{C4C811F5-CBC5-474A-801F-E03716E2981D}" presName="linNode" presStyleCnt="0"/>
      <dgm:spPr/>
    </dgm:pt>
    <dgm:pt modelId="{8B8D8E65-FA31-43E1-81E2-AD25D979F0D5}" type="pres">
      <dgm:prSet presAssocID="{C4C811F5-CBC5-474A-801F-E03716E2981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36073158-7A5C-40ED-91FF-1CAB3272F53B}" type="pres">
      <dgm:prSet presAssocID="{C4C811F5-CBC5-474A-801F-E03716E2981D}" presName="descendantText" presStyleLbl="alignAccFollowNode1" presStyleIdx="3" presStyleCnt="5">
        <dgm:presLayoutVars>
          <dgm:bulletEnabled val="1"/>
        </dgm:presLayoutVars>
      </dgm:prSet>
      <dgm:spPr/>
    </dgm:pt>
    <dgm:pt modelId="{9573E326-D019-4024-9AF1-0B4802176D13}" type="pres">
      <dgm:prSet presAssocID="{007193EA-10E5-4CF1-B562-15B74E2F7889}" presName="sp" presStyleCnt="0"/>
      <dgm:spPr/>
    </dgm:pt>
    <dgm:pt modelId="{B4111795-ED79-4CF5-B24A-2A44533BE934}" type="pres">
      <dgm:prSet presAssocID="{F7C7D8DA-4A37-4FD9-8D56-37E707103995}" presName="linNode" presStyleCnt="0"/>
      <dgm:spPr/>
    </dgm:pt>
    <dgm:pt modelId="{00E56795-0E36-43C7-9EDE-29DE04D8C4E2}" type="pres">
      <dgm:prSet presAssocID="{F7C7D8DA-4A37-4FD9-8D56-37E707103995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2FF3540C-21E7-4FC5-A9D2-4EFBA0344FE8}" type="pres">
      <dgm:prSet presAssocID="{F7C7D8DA-4A37-4FD9-8D56-37E707103995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E3CDB20E-44C3-4C69-B476-BE569793E73B}" type="presOf" srcId="{C6F73B6A-546B-4DA2-9F36-E9CA5C798D24}" destId="{40F9DF1F-ECD6-4EFB-B676-A73C4274850F}" srcOrd="0" destOrd="0" presId="urn:microsoft.com/office/officeart/2005/8/layout/vList5"/>
    <dgm:cxn modelId="{2105C50E-41F5-481E-B94A-A97867A82738}" type="presOf" srcId="{8A647D23-EDD3-4AEB-8048-A786775BF0A3}" destId="{2FF3540C-21E7-4FC5-A9D2-4EFBA0344FE8}" srcOrd="0" destOrd="0" presId="urn:microsoft.com/office/officeart/2005/8/layout/vList5"/>
    <dgm:cxn modelId="{2FB1002F-7F1F-4F22-86D0-CBF67B35E7E8}" srcId="{28F5B6F6-9309-443E-939C-1E3CFFD3B9EC}" destId="{A8773E68-87EC-46D4-99FB-BA82DB1B2DE6}" srcOrd="0" destOrd="0" parTransId="{542FB74F-238B-4824-ADC3-EE24B54EA9A8}" sibTransId="{2AE9486C-7725-4222-9C11-87C2CE2E66F9}"/>
    <dgm:cxn modelId="{96DD2B40-58A6-4E69-AD34-4ED7B6BC7ACE}" type="presOf" srcId="{10F69B13-2B97-4933-9EC6-9D91CB6290D6}" destId="{11C71400-8574-4E72-B32E-DADF409A4762}" srcOrd="0" destOrd="0" presId="urn:microsoft.com/office/officeart/2005/8/layout/vList5"/>
    <dgm:cxn modelId="{3691475D-4D18-4F75-AA6B-7B0FB2E3BAAB}" type="presOf" srcId="{28F5B6F6-9309-443E-939C-1E3CFFD3B9EC}" destId="{70DBB661-90DA-433D-9BB1-FDBF12ECD653}" srcOrd="0" destOrd="0" presId="urn:microsoft.com/office/officeart/2005/8/layout/vList5"/>
    <dgm:cxn modelId="{301BC246-D8E3-4382-82A5-7195A1AF3A53}" srcId="{C4C811F5-CBC5-474A-801F-E03716E2981D}" destId="{3DE3C72E-3822-48C7-AA9D-3B9AD1C72382}" srcOrd="0" destOrd="0" parTransId="{110D9973-46FD-4182-B66C-92A70ED38D4E}" sibTransId="{5836735C-36A4-427A-9791-0A0B9A4CF194}"/>
    <dgm:cxn modelId="{9CA15D67-299C-48BE-8919-6D5D2A7CB35B}" srcId="{10F69B13-2B97-4933-9EC6-9D91CB6290D6}" destId="{F7C7D8DA-4A37-4FD9-8D56-37E707103995}" srcOrd="4" destOrd="0" parTransId="{BA6FFC80-7F4D-4B75-A36F-D8B06A074DC9}" sibTransId="{6609321F-3520-43D3-9020-DFA19C575E88}"/>
    <dgm:cxn modelId="{5E00546D-2F6A-4116-BC95-65EC5A9E2344}" type="presOf" srcId="{3DE3C72E-3822-48C7-AA9D-3B9AD1C72382}" destId="{36073158-7A5C-40ED-91FF-1CAB3272F53B}" srcOrd="0" destOrd="0" presId="urn:microsoft.com/office/officeart/2005/8/layout/vList5"/>
    <dgm:cxn modelId="{5E33D458-9FB4-4C3E-9729-E0071E61079B}" srcId="{10F69B13-2B97-4933-9EC6-9D91CB6290D6}" destId="{2739FF9D-308F-4026-AC2B-4F20980CDDDA}" srcOrd="1" destOrd="0" parTransId="{D0FFE133-171B-4B0B-A82A-B9AB40E596F6}" sibTransId="{456A94A3-F516-4E70-AB52-8BEB146AEF7B}"/>
    <dgm:cxn modelId="{47F6D27B-703F-4791-9E6E-79FD88D1D025}" type="presOf" srcId="{C4C811F5-CBC5-474A-801F-E03716E2981D}" destId="{8B8D8E65-FA31-43E1-81E2-AD25D979F0D5}" srcOrd="0" destOrd="0" presId="urn:microsoft.com/office/officeart/2005/8/layout/vList5"/>
    <dgm:cxn modelId="{24EFB897-F5BE-47D2-A56B-EB5AB1239FC0}" srcId="{C6F73B6A-546B-4DA2-9F36-E9CA5C798D24}" destId="{EAE200ED-4764-49AE-A01B-0477A04C93EF}" srcOrd="0" destOrd="0" parTransId="{5A68F671-C1DE-414F-977C-AF3DD0C3AC78}" sibTransId="{E1D15AF3-9E21-4253-A294-678A55D75B25}"/>
    <dgm:cxn modelId="{E0CE259D-B990-4DF1-AE3B-354389E8D696}" type="presOf" srcId="{F7C7D8DA-4A37-4FD9-8D56-37E707103995}" destId="{00E56795-0E36-43C7-9EDE-29DE04D8C4E2}" srcOrd="0" destOrd="0" presId="urn:microsoft.com/office/officeart/2005/8/layout/vList5"/>
    <dgm:cxn modelId="{BFC614A4-F12E-462D-A7F1-2CF1C07EFB76}" type="presOf" srcId="{A8773E68-87EC-46D4-99FB-BA82DB1B2DE6}" destId="{598656E6-96B3-4BC5-AD2D-F84B514095FC}" srcOrd="0" destOrd="0" presId="urn:microsoft.com/office/officeart/2005/8/layout/vList5"/>
    <dgm:cxn modelId="{8BFF5CB3-C61D-48E6-81D8-1F097CAA2986}" type="presOf" srcId="{2739FF9D-308F-4026-AC2B-4F20980CDDDA}" destId="{AFEC926D-080F-4071-9047-9351C1CF8EB3}" srcOrd="0" destOrd="0" presId="urn:microsoft.com/office/officeart/2005/8/layout/vList5"/>
    <dgm:cxn modelId="{716E61C5-9324-469D-AECF-204202E7CBF6}" type="presOf" srcId="{78BABD62-7DB5-4654-A2D2-0507BB21774B}" destId="{D9E74A6B-BD5B-4FB5-B5F7-F73FEEAB7EB8}" srcOrd="0" destOrd="0" presId="urn:microsoft.com/office/officeart/2005/8/layout/vList5"/>
    <dgm:cxn modelId="{E8A68FC6-9839-41D0-A497-F71563FAB32C}" type="presOf" srcId="{EAE200ED-4764-49AE-A01B-0477A04C93EF}" destId="{E274F7CD-09D0-42F2-9531-2AE412FD91DC}" srcOrd="0" destOrd="0" presId="urn:microsoft.com/office/officeart/2005/8/layout/vList5"/>
    <dgm:cxn modelId="{029862E7-00AB-4905-B39B-B8042C570EB8}" srcId="{2739FF9D-308F-4026-AC2B-4F20980CDDDA}" destId="{78BABD62-7DB5-4654-A2D2-0507BB21774B}" srcOrd="0" destOrd="0" parTransId="{D89C11DA-6ECF-4476-9EA6-E8CB590AA1DB}" sibTransId="{2E017683-A1DA-4186-AFB6-B8310FDD82E3}"/>
    <dgm:cxn modelId="{A7F165E9-D096-4C7C-8359-44AE51400A1E}" srcId="{10F69B13-2B97-4933-9EC6-9D91CB6290D6}" destId="{28F5B6F6-9309-443E-939C-1E3CFFD3B9EC}" srcOrd="2" destOrd="0" parTransId="{FF4239B3-29F3-4F8E-8412-A2AE807008B1}" sibTransId="{FB70BA5A-C53B-4CEA-9BC1-20D995ABBEC4}"/>
    <dgm:cxn modelId="{5F1E94F7-46D1-4F7E-8505-1F457EDF500B}" srcId="{F7C7D8DA-4A37-4FD9-8D56-37E707103995}" destId="{8A647D23-EDD3-4AEB-8048-A786775BF0A3}" srcOrd="0" destOrd="0" parTransId="{3D3A4D02-14AE-4B06-A06C-8083EDC41F8D}" sibTransId="{522600F5-AA23-4447-8C37-5372A315AE00}"/>
    <dgm:cxn modelId="{B48EF3FA-34A5-47FB-9AA6-9CDB39B7EA9A}" srcId="{10F69B13-2B97-4933-9EC6-9D91CB6290D6}" destId="{C6F73B6A-546B-4DA2-9F36-E9CA5C798D24}" srcOrd="0" destOrd="0" parTransId="{E9B5D001-CB38-4698-A1A9-EA6598DAAE67}" sibTransId="{D7B428F1-75EF-44C6-A5EC-9E7859FC75DF}"/>
    <dgm:cxn modelId="{2AFDA8FB-E52F-4FED-BCB3-4CA5346FA007}" srcId="{10F69B13-2B97-4933-9EC6-9D91CB6290D6}" destId="{C4C811F5-CBC5-474A-801F-E03716E2981D}" srcOrd="3" destOrd="0" parTransId="{8CCB8873-F01B-4C49-967C-4E4735738121}" sibTransId="{007193EA-10E5-4CF1-B562-15B74E2F7889}"/>
    <dgm:cxn modelId="{AB524F8E-01C2-4E0F-9C52-0C987FE7A6D7}" type="presParOf" srcId="{11C71400-8574-4E72-B32E-DADF409A4762}" destId="{9C621396-34DF-4C26-BAA8-2042FC34EF5B}" srcOrd="0" destOrd="0" presId="urn:microsoft.com/office/officeart/2005/8/layout/vList5"/>
    <dgm:cxn modelId="{D96CDE4E-88E0-4CA0-BD64-61D1B0E204A3}" type="presParOf" srcId="{9C621396-34DF-4C26-BAA8-2042FC34EF5B}" destId="{40F9DF1F-ECD6-4EFB-B676-A73C4274850F}" srcOrd="0" destOrd="0" presId="urn:microsoft.com/office/officeart/2005/8/layout/vList5"/>
    <dgm:cxn modelId="{7CE1C67E-4120-4156-8643-518BABF642B0}" type="presParOf" srcId="{9C621396-34DF-4C26-BAA8-2042FC34EF5B}" destId="{E274F7CD-09D0-42F2-9531-2AE412FD91DC}" srcOrd="1" destOrd="0" presId="urn:microsoft.com/office/officeart/2005/8/layout/vList5"/>
    <dgm:cxn modelId="{87A4161D-CCBA-40AB-832B-9CF86B507D29}" type="presParOf" srcId="{11C71400-8574-4E72-B32E-DADF409A4762}" destId="{5D56D73B-8FC2-438C-A497-560A99240AD7}" srcOrd="1" destOrd="0" presId="urn:microsoft.com/office/officeart/2005/8/layout/vList5"/>
    <dgm:cxn modelId="{2F57C29E-42EF-4A67-A035-FDEEF69D27A3}" type="presParOf" srcId="{11C71400-8574-4E72-B32E-DADF409A4762}" destId="{02443364-B1B3-45FF-9EDF-BDF863B0878A}" srcOrd="2" destOrd="0" presId="urn:microsoft.com/office/officeart/2005/8/layout/vList5"/>
    <dgm:cxn modelId="{F6B0B308-57BB-409C-8778-00B1067983BC}" type="presParOf" srcId="{02443364-B1B3-45FF-9EDF-BDF863B0878A}" destId="{AFEC926D-080F-4071-9047-9351C1CF8EB3}" srcOrd="0" destOrd="0" presId="urn:microsoft.com/office/officeart/2005/8/layout/vList5"/>
    <dgm:cxn modelId="{9DF15663-84B7-4532-8995-45F3A2C777ED}" type="presParOf" srcId="{02443364-B1B3-45FF-9EDF-BDF863B0878A}" destId="{D9E74A6B-BD5B-4FB5-B5F7-F73FEEAB7EB8}" srcOrd="1" destOrd="0" presId="urn:microsoft.com/office/officeart/2005/8/layout/vList5"/>
    <dgm:cxn modelId="{D3C28514-09C6-4909-964F-90E913DFB555}" type="presParOf" srcId="{11C71400-8574-4E72-B32E-DADF409A4762}" destId="{E64C0509-3115-47BE-B6A9-6B140533B896}" srcOrd="3" destOrd="0" presId="urn:microsoft.com/office/officeart/2005/8/layout/vList5"/>
    <dgm:cxn modelId="{B9FE110B-07F0-4009-8E7A-53D80A391DB9}" type="presParOf" srcId="{11C71400-8574-4E72-B32E-DADF409A4762}" destId="{709B10CD-52E6-4F07-BB7A-E05445D8953B}" srcOrd="4" destOrd="0" presId="urn:microsoft.com/office/officeart/2005/8/layout/vList5"/>
    <dgm:cxn modelId="{A9B8E811-5C8E-4DA1-9A21-B19E141F87F0}" type="presParOf" srcId="{709B10CD-52E6-4F07-BB7A-E05445D8953B}" destId="{70DBB661-90DA-433D-9BB1-FDBF12ECD653}" srcOrd="0" destOrd="0" presId="urn:microsoft.com/office/officeart/2005/8/layout/vList5"/>
    <dgm:cxn modelId="{02AC9889-E758-4803-BC5B-ACBB4F5EBAA3}" type="presParOf" srcId="{709B10CD-52E6-4F07-BB7A-E05445D8953B}" destId="{598656E6-96B3-4BC5-AD2D-F84B514095FC}" srcOrd="1" destOrd="0" presId="urn:microsoft.com/office/officeart/2005/8/layout/vList5"/>
    <dgm:cxn modelId="{435A24F4-C981-4CD3-ACE8-FD105598CFD3}" type="presParOf" srcId="{11C71400-8574-4E72-B32E-DADF409A4762}" destId="{C77BEC3D-8378-480F-A1B9-2317D6A61EB2}" srcOrd="5" destOrd="0" presId="urn:microsoft.com/office/officeart/2005/8/layout/vList5"/>
    <dgm:cxn modelId="{CCCBE4CE-08AC-4617-BA5B-8BF524377CF5}" type="presParOf" srcId="{11C71400-8574-4E72-B32E-DADF409A4762}" destId="{D0ABC2D7-A4C8-4F43-A1DA-0B4373E1171E}" srcOrd="6" destOrd="0" presId="urn:microsoft.com/office/officeart/2005/8/layout/vList5"/>
    <dgm:cxn modelId="{075F7AA4-EC76-4DAC-B306-253F4A4CB43E}" type="presParOf" srcId="{D0ABC2D7-A4C8-4F43-A1DA-0B4373E1171E}" destId="{8B8D8E65-FA31-43E1-81E2-AD25D979F0D5}" srcOrd="0" destOrd="0" presId="urn:microsoft.com/office/officeart/2005/8/layout/vList5"/>
    <dgm:cxn modelId="{ED7655C1-6102-4AC5-BEBB-7783A4AAE1C5}" type="presParOf" srcId="{D0ABC2D7-A4C8-4F43-A1DA-0B4373E1171E}" destId="{36073158-7A5C-40ED-91FF-1CAB3272F53B}" srcOrd="1" destOrd="0" presId="urn:microsoft.com/office/officeart/2005/8/layout/vList5"/>
    <dgm:cxn modelId="{35EE3FA7-7F93-4437-90C7-F2E0B7F7C787}" type="presParOf" srcId="{11C71400-8574-4E72-B32E-DADF409A4762}" destId="{9573E326-D019-4024-9AF1-0B4802176D13}" srcOrd="7" destOrd="0" presId="urn:microsoft.com/office/officeart/2005/8/layout/vList5"/>
    <dgm:cxn modelId="{A8F99941-44FD-407F-A3BF-5D610536E936}" type="presParOf" srcId="{11C71400-8574-4E72-B32E-DADF409A4762}" destId="{B4111795-ED79-4CF5-B24A-2A44533BE934}" srcOrd="8" destOrd="0" presId="urn:microsoft.com/office/officeart/2005/8/layout/vList5"/>
    <dgm:cxn modelId="{FE6AA8FF-85CA-49D8-B426-607FFF743272}" type="presParOf" srcId="{B4111795-ED79-4CF5-B24A-2A44533BE934}" destId="{00E56795-0E36-43C7-9EDE-29DE04D8C4E2}" srcOrd="0" destOrd="0" presId="urn:microsoft.com/office/officeart/2005/8/layout/vList5"/>
    <dgm:cxn modelId="{649C8A05-1F63-4632-9662-37C103490BF5}" type="presParOf" srcId="{B4111795-ED79-4CF5-B24A-2A44533BE934}" destId="{2FF3540C-21E7-4FC5-A9D2-4EFBA0344FE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11D0E8-F7A4-4BD7-A938-E3DA4B6F2012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39A2099-2D6A-4347-94C1-1E8E078661BD}">
      <dgm:prSet/>
      <dgm:spPr/>
      <dgm:t>
        <a:bodyPr/>
        <a:lstStyle/>
        <a:p>
          <a:r>
            <a:rPr lang="en-US"/>
            <a:t>Range of methods</a:t>
          </a:r>
        </a:p>
      </dgm:t>
    </dgm:pt>
    <dgm:pt modelId="{3025851C-09C8-4A71-AA77-E23B67A07E22}" type="parTrans" cxnId="{82E84943-E80A-4B9C-9735-9FAC4CCD4964}">
      <dgm:prSet/>
      <dgm:spPr/>
      <dgm:t>
        <a:bodyPr/>
        <a:lstStyle/>
        <a:p>
          <a:endParaRPr lang="en-US"/>
        </a:p>
      </dgm:t>
    </dgm:pt>
    <dgm:pt modelId="{CE4167CA-AEC6-4653-BDD0-80E3E9E413E8}" type="sibTrans" cxnId="{82E84943-E80A-4B9C-9735-9FAC4CCD4964}">
      <dgm:prSet/>
      <dgm:spPr/>
      <dgm:t>
        <a:bodyPr/>
        <a:lstStyle/>
        <a:p>
          <a:endParaRPr lang="en-US"/>
        </a:p>
      </dgm:t>
    </dgm:pt>
    <dgm:pt modelId="{6E91957F-5502-403C-9AA3-CF6BBE014B94}">
      <dgm:prSet/>
      <dgm:spPr/>
      <dgm:t>
        <a:bodyPr/>
        <a:lstStyle/>
        <a:p>
          <a:r>
            <a:rPr lang="en-US"/>
            <a:t>Quantitative or qualitative</a:t>
          </a:r>
        </a:p>
      </dgm:t>
    </dgm:pt>
    <dgm:pt modelId="{099525ED-5F10-45C4-906D-27786EC68B79}" type="parTrans" cxnId="{230F038A-AF03-4C85-B8FA-70B19D08F48B}">
      <dgm:prSet/>
      <dgm:spPr/>
      <dgm:t>
        <a:bodyPr/>
        <a:lstStyle/>
        <a:p>
          <a:endParaRPr lang="en-US"/>
        </a:p>
      </dgm:t>
    </dgm:pt>
    <dgm:pt modelId="{DD95D17D-9607-4226-B0C8-BD03275CA8FA}" type="sibTrans" cxnId="{230F038A-AF03-4C85-B8FA-70B19D08F48B}">
      <dgm:prSet/>
      <dgm:spPr/>
      <dgm:t>
        <a:bodyPr/>
        <a:lstStyle/>
        <a:p>
          <a:endParaRPr lang="en-US"/>
        </a:p>
      </dgm:t>
    </dgm:pt>
    <dgm:pt modelId="{6271CC88-6DBE-4D7D-BD00-12A5810B7813}">
      <dgm:prSet/>
      <dgm:spPr/>
      <dgm:t>
        <a:bodyPr/>
        <a:lstStyle/>
        <a:p>
          <a:r>
            <a:rPr lang="en-US" dirty="0"/>
            <a:t>Comparison or observation</a:t>
          </a:r>
        </a:p>
      </dgm:t>
    </dgm:pt>
    <dgm:pt modelId="{BE5B8B6B-9558-48DF-93BD-E3C574BF6C4E}" type="parTrans" cxnId="{7FCB1907-318E-4101-A461-E985254D7BCF}">
      <dgm:prSet/>
      <dgm:spPr/>
      <dgm:t>
        <a:bodyPr/>
        <a:lstStyle/>
        <a:p>
          <a:endParaRPr lang="en-US"/>
        </a:p>
      </dgm:t>
    </dgm:pt>
    <dgm:pt modelId="{C63CC786-4B06-4281-87E6-AB1D298FD9BB}" type="sibTrans" cxnId="{7FCB1907-318E-4101-A461-E985254D7BCF}">
      <dgm:prSet/>
      <dgm:spPr/>
      <dgm:t>
        <a:bodyPr/>
        <a:lstStyle/>
        <a:p>
          <a:endParaRPr lang="en-US"/>
        </a:p>
      </dgm:t>
    </dgm:pt>
    <dgm:pt modelId="{18E61F2C-0BE8-46D9-A293-4A49C342A06D}">
      <dgm:prSet/>
      <dgm:spPr/>
      <dgm:t>
        <a:bodyPr/>
        <a:lstStyle/>
        <a:p>
          <a:r>
            <a:rPr lang="en-US"/>
            <a:t>Human-based or artifact-based</a:t>
          </a:r>
        </a:p>
      </dgm:t>
    </dgm:pt>
    <dgm:pt modelId="{C25BA77B-DB66-4A8C-82BF-05012A85BBF7}" type="parTrans" cxnId="{E24A60BE-129E-4F83-B1F0-F53446EAEE2D}">
      <dgm:prSet/>
      <dgm:spPr/>
      <dgm:t>
        <a:bodyPr/>
        <a:lstStyle/>
        <a:p>
          <a:endParaRPr lang="en-US"/>
        </a:p>
      </dgm:t>
    </dgm:pt>
    <dgm:pt modelId="{F1E3635D-5746-4DEF-87B6-85E3C65E9B97}" type="sibTrans" cxnId="{E24A60BE-129E-4F83-B1F0-F53446EAEE2D}">
      <dgm:prSet/>
      <dgm:spPr/>
      <dgm:t>
        <a:bodyPr/>
        <a:lstStyle/>
        <a:p>
          <a:endParaRPr lang="en-US"/>
        </a:p>
      </dgm:t>
    </dgm:pt>
    <dgm:pt modelId="{419EBBFF-C744-480A-B81C-9A3BC04A6515}">
      <dgm:prSet/>
      <dgm:spPr/>
      <dgm:t>
        <a:bodyPr/>
        <a:lstStyle/>
        <a:p>
          <a:r>
            <a:rPr lang="en-US"/>
            <a:t>Common types</a:t>
          </a:r>
        </a:p>
      </dgm:t>
    </dgm:pt>
    <dgm:pt modelId="{B55854C1-861E-40F2-93F2-FCEB31622F76}" type="parTrans" cxnId="{271A9C11-3834-49CC-897A-81D5C1E31904}">
      <dgm:prSet/>
      <dgm:spPr/>
      <dgm:t>
        <a:bodyPr/>
        <a:lstStyle/>
        <a:p>
          <a:endParaRPr lang="en-US"/>
        </a:p>
      </dgm:t>
    </dgm:pt>
    <dgm:pt modelId="{34DAFD1B-056B-4D09-A185-66ABAE77A8AD}" type="sibTrans" cxnId="{271A9C11-3834-49CC-897A-81D5C1E31904}">
      <dgm:prSet/>
      <dgm:spPr/>
      <dgm:t>
        <a:bodyPr/>
        <a:lstStyle/>
        <a:p>
          <a:endParaRPr lang="en-US"/>
        </a:p>
      </dgm:t>
    </dgm:pt>
    <dgm:pt modelId="{20FB347D-94DC-42D6-BF9D-7E0B2E653068}">
      <dgm:prSet/>
      <dgm:spPr/>
      <dgm:t>
        <a:bodyPr/>
        <a:lstStyle/>
        <a:p>
          <a:r>
            <a:rPr lang="en-US"/>
            <a:t>Controlled experiments</a:t>
          </a:r>
        </a:p>
      </dgm:t>
    </dgm:pt>
    <dgm:pt modelId="{3BF01769-C9CD-48D3-9E9B-64D12F074F6D}" type="parTrans" cxnId="{0A992F26-F81A-4ED4-A941-4991E416712A}">
      <dgm:prSet/>
      <dgm:spPr/>
      <dgm:t>
        <a:bodyPr/>
        <a:lstStyle/>
        <a:p>
          <a:endParaRPr lang="en-US"/>
        </a:p>
      </dgm:t>
    </dgm:pt>
    <dgm:pt modelId="{86323A43-8203-4856-8748-9975D9C2FC2D}" type="sibTrans" cxnId="{0A992F26-F81A-4ED4-A941-4991E416712A}">
      <dgm:prSet/>
      <dgm:spPr/>
      <dgm:t>
        <a:bodyPr/>
        <a:lstStyle/>
        <a:p>
          <a:endParaRPr lang="en-US"/>
        </a:p>
      </dgm:t>
    </dgm:pt>
    <dgm:pt modelId="{1976050D-B789-4FB3-96CE-959E121D2CCA}">
      <dgm:prSet/>
      <dgm:spPr/>
      <dgm:t>
        <a:bodyPr/>
        <a:lstStyle/>
        <a:p>
          <a:r>
            <a:rPr lang="en-US"/>
            <a:t>Mining software repositories</a:t>
          </a:r>
        </a:p>
      </dgm:t>
    </dgm:pt>
    <dgm:pt modelId="{FEBF87C0-43D7-4E34-A558-8C3922592BB6}" type="parTrans" cxnId="{A23943B0-E868-48BE-A38C-8717C9C6DA21}">
      <dgm:prSet/>
      <dgm:spPr/>
      <dgm:t>
        <a:bodyPr/>
        <a:lstStyle/>
        <a:p>
          <a:endParaRPr lang="en-US"/>
        </a:p>
      </dgm:t>
    </dgm:pt>
    <dgm:pt modelId="{6202FCE2-CC77-425C-933E-5AC202F94BCA}" type="sibTrans" cxnId="{A23943B0-E868-48BE-A38C-8717C9C6DA21}">
      <dgm:prSet/>
      <dgm:spPr/>
      <dgm:t>
        <a:bodyPr/>
        <a:lstStyle/>
        <a:p>
          <a:endParaRPr lang="en-US"/>
        </a:p>
      </dgm:t>
    </dgm:pt>
    <dgm:pt modelId="{E7843D43-FF85-48C4-9EF3-BD590739EEA1}">
      <dgm:prSet/>
      <dgm:spPr/>
      <dgm:t>
        <a:bodyPr/>
        <a:lstStyle/>
        <a:p>
          <a:r>
            <a:rPr lang="en-US"/>
            <a:t>Interviews</a:t>
          </a:r>
        </a:p>
      </dgm:t>
    </dgm:pt>
    <dgm:pt modelId="{A7985B57-9947-4D6D-8643-D8EC9F8F3688}" type="parTrans" cxnId="{C030109C-31CB-495B-9546-EB70B7DD4BAF}">
      <dgm:prSet/>
      <dgm:spPr/>
      <dgm:t>
        <a:bodyPr/>
        <a:lstStyle/>
        <a:p>
          <a:endParaRPr lang="en-US"/>
        </a:p>
      </dgm:t>
    </dgm:pt>
    <dgm:pt modelId="{905B7EFC-C33C-45EE-B2AE-CC8E1655F0DB}" type="sibTrans" cxnId="{C030109C-31CB-495B-9546-EB70B7DD4BAF}">
      <dgm:prSet/>
      <dgm:spPr/>
      <dgm:t>
        <a:bodyPr/>
        <a:lstStyle/>
        <a:p>
          <a:endParaRPr lang="en-US"/>
        </a:p>
      </dgm:t>
    </dgm:pt>
    <dgm:pt modelId="{37ED0056-AFCA-4FFC-9255-AF59C1283355}">
      <dgm:prSet/>
      <dgm:spPr/>
      <dgm:t>
        <a:bodyPr/>
        <a:lstStyle/>
        <a:p>
          <a:r>
            <a:rPr lang="en-US"/>
            <a:t>Surveys</a:t>
          </a:r>
        </a:p>
      </dgm:t>
    </dgm:pt>
    <dgm:pt modelId="{976EFF43-2CD4-4855-B875-FAD4250DA008}" type="parTrans" cxnId="{CAD91528-4CC8-4D29-B340-7040CBEE9336}">
      <dgm:prSet/>
      <dgm:spPr/>
      <dgm:t>
        <a:bodyPr/>
        <a:lstStyle/>
        <a:p>
          <a:endParaRPr lang="en-US"/>
        </a:p>
      </dgm:t>
    </dgm:pt>
    <dgm:pt modelId="{B8216798-3C9E-484C-AB0C-9CF5C1A8816F}" type="sibTrans" cxnId="{CAD91528-4CC8-4D29-B340-7040CBEE9336}">
      <dgm:prSet/>
      <dgm:spPr/>
      <dgm:t>
        <a:bodyPr/>
        <a:lstStyle/>
        <a:p>
          <a:endParaRPr lang="en-US"/>
        </a:p>
      </dgm:t>
    </dgm:pt>
    <dgm:pt modelId="{028A0EE3-EF00-4F69-9549-FD6C63E24AE2}">
      <dgm:prSet/>
      <dgm:spPr/>
      <dgm:t>
        <a:bodyPr/>
        <a:lstStyle/>
        <a:p>
          <a:r>
            <a:rPr lang="en-US"/>
            <a:t>Case studies</a:t>
          </a:r>
        </a:p>
      </dgm:t>
    </dgm:pt>
    <dgm:pt modelId="{A638B7EF-9818-420A-AAD4-46D16E27D212}" type="parTrans" cxnId="{0BD8A7EF-5E91-47AC-8C15-A3E2A38B248F}">
      <dgm:prSet/>
      <dgm:spPr/>
      <dgm:t>
        <a:bodyPr/>
        <a:lstStyle/>
        <a:p>
          <a:endParaRPr lang="en-US"/>
        </a:p>
      </dgm:t>
    </dgm:pt>
    <dgm:pt modelId="{373CA8A2-D2C2-4B06-BBA8-CEF12DC8368D}" type="sibTrans" cxnId="{0BD8A7EF-5E91-47AC-8C15-A3E2A38B248F}">
      <dgm:prSet/>
      <dgm:spPr/>
      <dgm:t>
        <a:bodyPr/>
        <a:lstStyle/>
        <a:p>
          <a:endParaRPr lang="en-US"/>
        </a:p>
      </dgm:t>
    </dgm:pt>
    <dgm:pt modelId="{747AECA4-CA4A-47D9-8961-CE344FC4B89A}" type="pres">
      <dgm:prSet presAssocID="{8411D0E8-F7A4-4BD7-A938-E3DA4B6F2012}" presName="linear" presStyleCnt="0">
        <dgm:presLayoutVars>
          <dgm:dir/>
          <dgm:animLvl val="lvl"/>
          <dgm:resizeHandles val="exact"/>
        </dgm:presLayoutVars>
      </dgm:prSet>
      <dgm:spPr/>
    </dgm:pt>
    <dgm:pt modelId="{6B7A2B12-F4F8-4AED-BFD0-E6814C088A3F}" type="pres">
      <dgm:prSet presAssocID="{139A2099-2D6A-4347-94C1-1E8E078661BD}" presName="parentLin" presStyleCnt="0"/>
      <dgm:spPr/>
    </dgm:pt>
    <dgm:pt modelId="{967807A4-BC99-4C61-A85D-6CA40E2FC4D9}" type="pres">
      <dgm:prSet presAssocID="{139A2099-2D6A-4347-94C1-1E8E078661BD}" presName="parentLeftMargin" presStyleLbl="node1" presStyleIdx="0" presStyleCnt="2"/>
      <dgm:spPr/>
    </dgm:pt>
    <dgm:pt modelId="{3A22BB73-87DD-4513-BD48-8EA4D9F8B248}" type="pres">
      <dgm:prSet presAssocID="{139A2099-2D6A-4347-94C1-1E8E078661B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1F5C89A-3CFA-4B72-ADE9-8BC872C2B203}" type="pres">
      <dgm:prSet presAssocID="{139A2099-2D6A-4347-94C1-1E8E078661BD}" presName="negativeSpace" presStyleCnt="0"/>
      <dgm:spPr/>
    </dgm:pt>
    <dgm:pt modelId="{689E128F-D68B-4DCD-A3AC-34A5740E7359}" type="pres">
      <dgm:prSet presAssocID="{139A2099-2D6A-4347-94C1-1E8E078661BD}" presName="childText" presStyleLbl="conFgAcc1" presStyleIdx="0" presStyleCnt="2">
        <dgm:presLayoutVars>
          <dgm:bulletEnabled val="1"/>
        </dgm:presLayoutVars>
      </dgm:prSet>
      <dgm:spPr/>
    </dgm:pt>
    <dgm:pt modelId="{D01E2BA8-1859-4E7E-904E-408881360226}" type="pres">
      <dgm:prSet presAssocID="{CE4167CA-AEC6-4653-BDD0-80E3E9E413E8}" presName="spaceBetweenRectangles" presStyleCnt="0"/>
      <dgm:spPr/>
    </dgm:pt>
    <dgm:pt modelId="{69C8D0E5-2DC3-44B9-9CC7-5F67000FCC7E}" type="pres">
      <dgm:prSet presAssocID="{419EBBFF-C744-480A-B81C-9A3BC04A6515}" presName="parentLin" presStyleCnt="0"/>
      <dgm:spPr/>
    </dgm:pt>
    <dgm:pt modelId="{8F07A57B-FDA7-4581-956F-408161F20863}" type="pres">
      <dgm:prSet presAssocID="{419EBBFF-C744-480A-B81C-9A3BC04A6515}" presName="parentLeftMargin" presStyleLbl="node1" presStyleIdx="0" presStyleCnt="2"/>
      <dgm:spPr/>
    </dgm:pt>
    <dgm:pt modelId="{55E5E869-668F-4C42-9C76-46FB8C955272}" type="pres">
      <dgm:prSet presAssocID="{419EBBFF-C744-480A-B81C-9A3BC04A651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48608B4-3019-41D6-A746-C04C231F4594}" type="pres">
      <dgm:prSet presAssocID="{419EBBFF-C744-480A-B81C-9A3BC04A6515}" presName="negativeSpace" presStyleCnt="0"/>
      <dgm:spPr/>
    </dgm:pt>
    <dgm:pt modelId="{DF49AEA3-A4C5-42FE-90C1-70B4C098A190}" type="pres">
      <dgm:prSet presAssocID="{419EBBFF-C744-480A-B81C-9A3BC04A651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FCB1907-318E-4101-A461-E985254D7BCF}" srcId="{139A2099-2D6A-4347-94C1-1E8E078661BD}" destId="{6271CC88-6DBE-4D7D-BD00-12A5810B7813}" srcOrd="1" destOrd="0" parTransId="{BE5B8B6B-9558-48DF-93BD-E3C574BF6C4E}" sibTransId="{C63CC786-4B06-4281-87E6-AB1D298FD9BB}"/>
    <dgm:cxn modelId="{271A9C11-3834-49CC-897A-81D5C1E31904}" srcId="{8411D0E8-F7A4-4BD7-A938-E3DA4B6F2012}" destId="{419EBBFF-C744-480A-B81C-9A3BC04A6515}" srcOrd="1" destOrd="0" parTransId="{B55854C1-861E-40F2-93F2-FCEB31622F76}" sibTransId="{34DAFD1B-056B-4D09-A185-66ABAE77A8AD}"/>
    <dgm:cxn modelId="{0A992F26-F81A-4ED4-A941-4991E416712A}" srcId="{419EBBFF-C744-480A-B81C-9A3BC04A6515}" destId="{20FB347D-94DC-42D6-BF9D-7E0B2E653068}" srcOrd="0" destOrd="0" parTransId="{3BF01769-C9CD-48D3-9E9B-64D12F074F6D}" sibTransId="{86323A43-8203-4856-8748-9975D9C2FC2D}"/>
    <dgm:cxn modelId="{CAD91528-4CC8-4D29-B340-7040CBEE9336}" srcId="{419EBBFF-C744-480A-B81C-9A3BC04A6515}" destId="{37ED0056-AFCA-4FFC-9255-AF59C1283355}" srcOrd="3" destOrd="0" parTransId="{976EFF43-2CD4-4855-B875-FAD4250DA008}" sibTransId="{B8216798-3C9E-484C-AB0C-9CF5C1A8816F}"/>
    <dgm:cxn modelId="{82E84943-E80A-4B9C-9735-9FAC4CCD4964}" srcId="{8411D0E8-F7A4-4BD7-A938-E3DA4B6F2012}" destId="{139A2099-2D6A-4347-94C1-1E8E078661BD}" srcOrd="0" destOrd="0" parTransId="{3025851C-09C8-4A71-AA77-E23B67A07E22}" sibTransId="{CE4167CA-AEC6-4653-BDD0-80E3E9E413E8}"/>
    <dgm:cxn modelId="{A915B343-23CA-4E02-98E2-1B7EF73F9CAD}" type="presOf" srcId="{139A2099-2D6A-4347-94C1-1E8E078661BD}" destId="{967807A4-BC99-4C61-A85D-6CA40E2FC4D9}" srcOrd="0" destOrd="0" presId="urn:microsoft.com/office/officeart/2005/8/layout/list1"/>
    <dgm:cxn modelId="{5934AC69-9EA4-468C-98E8-1246F1F52584}" type="presOf" srcId="{028A0EE3-EF00-4F69-9549-FD6C63E24AE2}" destId="{DF49AEA3-A4C5-42FE-90C1-70B4C098A190}" srcOrd="0" destOrd="4" presId="urn:microsoft.com/office/officeart/2005/8/layout/list1"/>
    <dgm:cxn modelId="{2E22E789-0FE0-4A91-AF93-EC0ADB9EFA2E}" type="presOf" srcId="{8411D0E8-F7A4-4BD7-A938-E3DA4B6F2012}" destId="{747AECA4-CA4A-47D9-8961-CE344FC4B89A}" srcOrd="0" destOrd="0" presId="urn:microsoft.com/office/officeart/2005/8/layout/list1"/>
    <dgm:cxn modelId="{230F038A-AF03-4C85-B8FA-70B19D08F48B}" srcId="{139A2099-2D6A-4347-94C1-1E8E078661BD}" destId="{6E91957F-5502-403C-9AA3-CF6BBE014B94}" srcOrd="0" destOrd="0" parTransId="{099525ED-5F10-45C4-906D-27786EC68B79}" sibTransId="{DD95D17D-9607-4226-B0C8-BD03275CA8FA}"/>
    <dgm:cxn modelId="{BC3CFC95-FEA2-44B3-9F9B-9960B1C77B53}" type="presOf" srcId="{419EBBFF-C744-480A-B81C-9A3BC04A6515}" destId="{55E5E869-668F-4C42-9C76-46FB8C955272}" srcOrd="1" destOrd="0" presId="urn:microsoft.com/office/officeart/2005/8/layout/list1"/>
    <dgm:cxn modelId="{C030109C-31CB-495B-9546-EB70B7DD4BAF}" srcId="{419EBBFF-C744-480A-B81C-9A3BC04A6515}" destId="{E7843D43-FF85-48C4-9EF3-BD590739EEA1}" srcOrd="2" destOrd="0" parTransId="{A7985B57-9947-4D6D-8643-D8EC9F8F3688}" sibTransId="{905B7EFC-C33C-45EE-B2AE-CC8E1655F0DB}"/>
    <dgm:cxn modelId="{C6DCFBA5-EA88-4D32-9222-0C4DA8A1F625}" type="presOf" srcId="{6271CC88-6DBE-4D7D-BD00-12A5810B7813}" destId="{689E128F-D68B-4DCD-A3AC-34A5740E7359}" srcOrd="0" destOrd="1" presId="urn:microsoft.com/office/officeart/2005/8/layout/list1"/>
    <dgm:cxn modelId="{A23943B0-E868-48BE-A38C-8717C9C6DA21}" srcId="{419EBBFF-C744-480A-B81C-9A3BC04A6515}" destId="{1976050D-B789-4FB3-96CE-959E121D2CCA}" srcOrd="1" destOrd="0" parTransId="{FEBF87C0-43D7-4E34-A558-8C3922592BB6}" sibTransId="{6202FCE2-CC77-425C-933E-5AC202F94BCA}"/>
    <dgm:cxn modelId="{E24A60BE-129E-4F83-B1F0-F53446EAEE2D}" srcId="{139A2099-2D6A-4347-94C1-1E8E078661BD}" destId="{18E61F2C-0BE8-46D9-A293-4A49C342A06D}" srcOrd="2" destOrd="0" parTransId="{C25BA77B-DB66-4A8C-82BF-05012A85BBF7}" sibTransId="{F1E3635D-5746-4DEF-87B6-85E3C65E9B97}"/>
    <dgm:cxn modelId="{D3E31DDB-8B02-4088-B95C-867AFBA87900}" type="presOf" srcId="{37ED0056-AFCA-4FFC-9255-AF59C1283355}" destId="{DF49AEA3-A4C5-42FE-90C1-70B4C098A190}" srcOrd="0" destOrd="3" presId="urn:microsoft.com/office/officeart/2005/8/layout/list1"/>
    <dgm:cxn modelId="{0BC777DB-A907-4C0D-B92E-DCB509614D95}" type="presOf" srcId="{20FB347D-94DC-42D6-BF9D-7E0B2E653068}" destId="{DF49AEA3-A4C5-42FE-90C1-70B4C098A190}" srcOrd="0" destOrd="0" presId="urn:microsoft.com/office/officeart/2005/8/layout/list1"/>
    <dgm:cxn modelId="{D2E749E0-420B-4663-808F-2133772B6D2B}" type="presOf" srcId="{139A2099-2D6A-4347-94C1-1E8E078661BD}" destId="{3A22BB73-87DD-4513-BD48-8EA4D9F8B248}" srcOrd="1" destOrd="0" presId="urn:microsoft.com/office/officeart/2005/8/layout/list1"/>
    <dgm:cxn modelId="{B1CBAFE1-67D6-41AF-A49A-8686F3E74F61}" type="presOf" srcId="{1976050D-B789-4FB3-96CE-959E121D2CCA}" destId="{DF49AEA3-A4C5-42FE-90C1-70B4C098A190}" srcOrd="0" destOrd="1" presId="urn:microsoft.com/office/officeart/2005/8/layout/list1"/>
    <dgm:cxn modelId="{D84619E6-A0EC-48CB-8711-9F8081D2CB0D}" type="presOf" srcId="{18E61F2C-0BE8-46D9-A293-4A49C342A06D}" destId="{689E128F-D68B-4DCD-A3AC-34A5740E7359}" srcOrd="0" destOrd="2" presId="urn:microsoft.com/office/officeart/2005/8/layout/list1"/>
    <dgm:cxn modelId="{D363C0E6-E573-4C6A-8D14-AE4DE8851813}" type="presOf" srcId="{419EBBFF-C744-480A-B81C-9A3BC04A6515}" destId="{8F07A57B-FDA7-4581-956F-408161F20863}" srcOrd="0" destOrd="0" presId="urn:microsoft.com/office/officeart/2005/8/layout/list1"/>
    <dgm:cxn modelId="{726E9CEA-4C8E-41A2-88E8-0BEE502A51E2}" type="presOf" srcId="{E7843D43-FF85-48C4-9EF3-BD590739EEA1}" destId="{DF49AEA3-A4C5-42FE-90C1-70B4C098A190}" srcOrd="0" destOrd="2" presId="urn:microsoft.com/office/officeart/2005/8/layout/list1"/>
    <dgm:cxn modelId="{0BD8A7EF-5E91-47AC-8C15-A3E2A38B248F}" srcId="{419EBBFF-C744-480A-B81C-9A3BC04A6515}" destId="{028A0EE3-EF00-4F69-9549-FD6C63E24AE2}" srcOrd="4" destOrd="0" parTransId="{A638B7EF-9818-420A-AAD4-46D16E27D212}" sibTransId="{373CA8A2-D2C2-4B06-BBA8-CEF12DC8368D}"/>
    <dgm:cxn modelId="{C2A2F7F2-34BE-45E6-95EE-632201DF1075}" type="presOf" srcId="{6E91957F-5502-403C-9AA3-CF6BBE014B94}" destId="{689E128F-D68B-4DCD-A3AC-34A5740E7359}" srcOrd="0" destOrd="0" presId="urn:microsoft.com/office/officeart/2005/8/layout/list1"/>
    <dgm:cxn modelId="{4F4B2743-9BC5-42FE-A61A-78318F122B0D}" type="presParOf" srcId="{747AECA4-CA4A-47D9-8961-CE344FC4B89A}" destId="{6B7A2B12-F4F8-4AED-BFD0-E6814C088A3F}" srcOrd="0" destOrd="0" presId="urn:microsoft.com/office/officeart/2005/8/layout/list1"/>
    <dgm:cxn modelId="{47B01EF8-4DB3-4111-8AD4-214A4C2D13DA}" type="presParOf" srcId="{6B7A2B12-F4F8-4AED-BFD0-E6814C088A3F}" destId="{967807A4-BC99-4C61-A85D-6CA40E2FC4D9}" srcOrd="0" destOrd="0" presId="urn:microsoft.com/office/officeart/2005/8/layout/list1"/>
    <dgm:cxn modelId="{BE66DC8B-A1AD-4A11-92E2-DAA8F8D8EB3E}" type="presParOf" srcId="{6B7A2B12-F4F8-4AED-BFD0-E6814C088A3F}" destId="{3A22BB73-87DD-4513-BD48-8EA4D9F8B248}" srcOrd="1" destOrd="0" presId="urn:microsoft.com/office/officeart/2005/8/layout/list1"/>
    <dgm:cxn modelId="{E30F5719-7FC7-4FE6-A38F-CF900132E034}" type="presParOf" srcId="{747AECA4-CA4A-47D9-8961-CE344FC4B89A}" destId="{E1F5C89A-3CFA-4B72-ADE9-8BC872C2B203}" srcOrd="1" destOrd="0" presId="urn:microsoft.com/office/officeart/2005/8/layout/list1"/>
    <dgm:cxn modelId="{A117957B-0B58-4D7F-9827-033BC5292754}" type="presParOf" srcId="{747AECA4-CA4A-47D9-8961-CE344FC4B89A}" destId="{689E128F-D68B-4DCD-A3AC-34A5740E7359}" srcOrd="2" destOrd="0" presId="urn:microsoft.com/office/officeart/2005/8/layout/list1"/>
    <dgm:cxn modelId="{A4855C93-99DC-487F-AF2F-046C3C30020E}" type="presParOf" srcId="{747AECA4-CA4A-47D9-8961-CE344FC4B89A}" destId="{D01E2BA8-1859-4E7E-904E-408881360226}" srcOrd="3" destOrd="0" presId="urn:microsoft.com/office/officeart/2005/8/layout/list1"/>
    <dgm:cxn modelId="{C4AACE30-BAFE-4B47-8A36-F0C73AC1547B}" type="presParOf" srcId="{747AECA4-CA4A-47D9-8961-CE344FC4B89A}" destId="{69C8D0E5-2DC3-44B9-9CC7-5F67000FCC7E}" srcOrd="4" destOrd="0" presId="urn:microsoft.com/office/officeart/2005/8/layout/list1"/>
    <dgm:cxn modelId="{6A2D90A6-5CAF-410C-9EE4-0DA4EDA62356}" type="presParOf" srcId="{69C8D0E5-2DC3-44B9-9CC7-5F67000FCC7E}" destId="{8F07A57B-FDA7-4581-956F-408161F20863}" srcOrd="0" destOrd="0" presId="urn:microsoft.com/office/officeart/2005/8/layout/list1"/>
    <dgm:cxn modelId="{C1914FB3-7D18-4CB6-96D9-72B36A2F69D1}" type="presParOf" srcId="{69C8D0E5-2DC3-44B9-9CC7-5F67000FCC7E}" destId="{55E5E869-668F-4C42-9C76-46FB8C955272}" srcOrd="1" destOrd="0" presId="urn:microsoft.com/office/officeart/2005/8/layout/list1"/>
    <dgm:cxn modelId="{0B027A39-C45D-4986-9D28-2FC40C6459F7}" type="presParOf" srcId="{747AECA4-CA4A-47D9-8961-CE344FC4B89A}" destId="{748608B4-3019-41D6-A746-C04C231F4594}" srcOrd="5" destOrd="0" presId="urn:microsoft.com/office/officeart/2005/8/layout/list1"/>
    <dgm:cxn modelId="{CD3F1CE3-E2DD-413A-8F24-04A4E77AACCE}" type="presParOf" srcId="{747AECA4-CA4A-47D9-8961-CE344FC4B89A}" destId="{DF49AEA3-A4C5-42FE-90C1-70B4C098A19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F69B13-2B97-4933-9EC6-9D91CB6290D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F73B6A-546B-4DA2-9F36-E9CA5C798D24}">
      <dgm:prSet phldrT="[Text]" phldr="0" custT="1"/>
      <dgm:spPr/>
      <dgm:t>
        <a:bodyPr/>
        <a:lstStyle/>
        <a:p>
          <a:r>
            <a:rPr lang="en-US" sz="2800" dirty="0"/>
            <a:t>Controlled experiment</a:t>
          </a:r>
        </a:p>
      </dgm:t>
    </dgm:pt>
    <dgm:pt modelId="{E9B5D001-CB38-4698-A1A9-EA6598DAAE67}" type="parTrans" cxnId="{B48EF3FA-34A5-47FB-9AA6-9CDB39B7EA9A}">
      <dgm:prSet/>
      <dgm:spPr/>
      <dgm:t>
        <a:bodyPr/>
        <a:lstStyle/>
        <a:p>
          <a:endParaRPr lang="en-US"/>
        </a:p>
      </dgm:t>
    </dgm:pt>
    <dgm:pt modelId="{D7B428F1-75EF-44C6-A5EC-9E7859FC75DF}" type="sibTrans" cxnId="{B48EF3FA-34A5-47FB-9AA6-9CDB39B7EA9A}">
      <dgm:prSet/>
      <dgm:spPr/>
      <dgm:t>
        <a:bodyPr/>
        <a:lstStyle/>
        <a:p>
          <a:endParaRPr lang="en-US"/>
        </a:p>
      </dgm:t>
    </dgm:pt>
    <dgm:pt modelId="{EAE200ED-4764-49AE-A01B-0477A04C93EF}">
      <dgm:prSet phldrT="[Text]" phldr="0"/>
      <dgm:spPr/>
      <dgm:t>
        <a:bodyPr/>
        <a:lstStyle/>
        <a:p>
          <a:pPr>
            <a:buNone/>
          </a:pPr>
          <a:r>
            <a:rPr lang="en-US" dirty="0"/>
            <a:t>“Does AI cause faster task completion?”</a:t>
          </a:r>
        </a:p>
      </dgm:t>
    </dgm:pt>
    <dgm:pt modelId="{5A68F671-C1DE-414F-977C-AF3DD0C3AC78}" type="parTrans" cxnId="{24EFB897-F5BE-47D2-A56B-EB5AB1239FC0}">
      <dgm:prSet/>
      <dgm:spPr/>
      <dgm:t>
        <a:bodyPr/>
        <a:lstStyle/>
        <a:p>
          <a:endParaRPr lang="en-US"/>
        </a:p>
      </dgm:t>
    </dgm:pt>
    <dgm:pt modelId="{E1D15AF3-9E21-4253-A294-678A55D75B25}" type="sibTrans" cxnId="{24EFB897-F5BE-47D2-A56B-EB5AB1239FC0}">
      <dgm:prSet/>
      <dgm:spPr/>
      <dgm:t>
        <a:bodyPr/>
        <a:lstStyle/>
        <a:p>
          <a:endParaRPr lang="en-US"/>
        </a:p>
      </dgm:t>
    </dgm:pt>
    <dgm:pt modelId="{2739FF9D-308F-4026-AC2B-4F20980CDDDA}">
      <dgm:prSet phldrT="[Text]" phldr="0" custT="1"/>
      <dgm:spPr/>
      <dgm:t>
        <a:bodyPr/>
        <a:lstStyle/>
        <a:p>
          <a:r>
            <a:rPr lang="en-US" sz="2800" dirty="0"/>
            <a:t>Repository mining</a:t>
          </a:r>
        </a:p>
      </dgm:t>
    </dgm:pt>
    <dgm:pt modelId="{D0FFE133-171B-4B0B-A82A-B9AB40E596F6}" type="parTrans" cxnId="{5E33D458-9FB4-4C3E-9729-E0071E61079B}">
      <dgm:prSet/>
      <dgm:spPr/>
      <dgm:t>
        <a:bodyPr/>
        <a:lstStyle/>
        <a:p>
          <a:endParaRPr lang="en-US"/>
        </a:p>
      </dgm:t>
    </dgm:pt>
    <dgm:pt modelId="{456A94A3-F516-4E70-AB52-8BEB146AEF7B}" type="sibTrans" cxnId="{5E33D458-9FB4-4C3E-9729-E0071E61079B}">
      <dgm:prSet/>
      <dgm:spPr/>
      <dgm:t>
        <a:bodyPr/>
        <a:lstStyle/>
        <a:p>
          <a:endParaRPr lang="en-US"/>
        </a:p>
      </dgm:t>
    </dgm:pt>
    <dgm:pt modelId="{78BABD62-7DB5-4654-A2D2-0507BB21774B}">
      <dgm:prSet phldrT="[Text]" phldr="0"/>
      <dgm:spPr/>
      <dgm:t>
        <a:bodyPr/>
        <a:lstStyle/>
        <a:p>
          <a:pPr>
            <a:buNone/>
          </a:pPr>
          <a:r>
            <a:rPr lang="en-US" dirty="0"/>
            <a:t>“What patterns appear after AI adoption?”</a:t>
          </a:r>
        </a:p>
      </dgm:t>
    </dgm:pt>
    <dgm:pt modelId="{D89C11DA-6ECF-4476-9EA6-E8CB590AA1DB}" type="parTrans" cxnId="{029862E7-00AB-4905-B39B-B8042C570EB8}">
      <dgm:prSet/>
      <dgm:spPr/>
      <dgm:t>
        <a:bodyPr/>
        <a:lstStyle/>
        <a:p>
          <a:endParaRPr lang="en-US"/>
        </a:p>
      </dgm:t>
    </dgm:pt>
    <dgm:pt modelId="{2E017683-A1DA-4186-AFB6-B8310FDD82E3}" type="sibTrans" cxnId="{029862E7-00AB-4905-B39B-B8042C570EB8}">
      <dgm:prSet/>
      <dgm:spPr/>
      <dgm:t>
        <a:bodyPr/>
        <a:lstStyle/>
        <a:p>
          <a:endParaRPr lang="en-US"/>
        </a:p>
      </dgm:t>
    </dgm:pt>
    <dgm:pt modelId="{28F5B6F6-9309-443E-939C-1E3CFFD3B9EC}">
      <dgm:prSet phldrT="[Text]" phldr="0" custT="1"/>
      <dgm:spPr/>
      <dgm:t>
        <a:bodyPr/>
        <a:lstStyle/>
        <a:p>
          <a:r>
            <a:rPr lang="en-US" sz="2800" dirty="0"/>
            <a:t>Survey/Interview</a:t>
          </a:r>
        </a:p>
      </dgm:t>
    </dgm:pt>
    <dgm:pt modelId="{FF4239B3-29F3-4F8E-8412-A2AE807008B1}" type="parTrans" cxnId="{A7F165E9-D096-4C7C-8359-44AE51400A1E}">
      <dgm:prSet/>
      <dgm:spPr/>
      <dgm:t>
        <a:bodyPr/>
        <a:lstStyle/>
        <a:p>
          <a:endParaRPr lang="en-US"/>
        </a:p>
      </dgm:t>
    </dgm:pt>
    <dgm:pt modelId="{FB70BA5A-C53B-4CEA-9BC1-20D995ABBEC4}" type="sibTrans" cxnId="{A7F165E9-D096-4C7C-8359-44AE51400A1E}">
      <dgm:prSet/>
      <dgm:spPr/>
      <dgm:t>
        <a:bodyPr/>
        <a:lstStyle/>
        <a:p>
          <a:endParaRPr lang="en-US"/>
        </a:p>
      </dgm:t>
    </dgm:pt>
    <dgm:pt modelId="{A8773E68-87EC-46D4-99FB-BA82DB1B2DE6}">
      <dgm:prSet phldrT="[Text]" phldr="0"/>
      <dgm:spPr/>
      <dgm:t>
        <a:bodyPr/>
        <a:lstStyle/>
        <a:p>
          <a:pPr>
            <a:buNone/>
          </a:pPr>
          <a:r>
            <a:rPr lang="en-US" dirty="0"/>
            <a:t>“How do developers perceive its benefits?”</a:t>
          </a:r>
        </a:p>
      </dgm:t>
    </dgm:pt>
    <dgm:pt modelId="{542FB74F-238B-4824-ADC3-EE24B54EA9A8}" type="parTrans" cxnId="{2FB1002F-7F1F-4F22-86D0-CBF67B35E7E8}">
      <dgm:prSet/>
      <dgm:spPr/>
      <dgm:t>
        <a:bodyPr/>
        <a:lstStyle/>
        <a:p>
          <a:endParaRPr lang="en-US"/>
        </a:p>
      </dgm:t>
    </dgm:pt>
    <dgm:pt modelId="{2AE9486C-7725-4222-9C11-87C2CE2E66F9}" type="sibTrans" cxnId="{2FB1002F-7F1F-4F22-86D0-CBF67B35E7E8}">
      <dgm:prSet/>
      <dgm:spPr/>
      <dgm:t>
        <a:bodyPr/>
        <a:lstStyle/>
        <a:p>
          <a:endParaRPr lang="en-US"/>
        </a:p>
      </dgm:t>
    </dgm:pt>
    <dgm:pt modelId="{C4C811F5-CBC5-474A-801F-E03716E2981D}">
      <dgm:prSet phldrT="[Text]" phldr="0" custT="1"/>
      <dgm:spPr/>
      <dgm:t>
        <a:bodyPr/>
        <a:lstStyle/>
        <a:p>
          <a:r>
            <a:rPr lang="en-US" sz="2800" dirty="0"/>
            <a:t>Case study</a:t>
          </a:r>
        </a:p>
      </dgm:t>
    </dgm:pt>
    <dgm:pt modelId="{8CCB8873-F01B-4C49-967C-4E4735738121}" type="parTrans" cxnId="{2AFDA8FB-E52F-4FED-BCB3-4CA5346FA007}">
      <dgm:prSet/>
      <dgm:spPr/>
      <dgm:t>
        <a:bodyPr/>
        <a:lstStyle/>
        <a:p>
          <a:endParaRPr lang="en-US"/>
        </a:p>
      </dgm:t>
    </dgm:pt>
    <dgm:pt modelId="{007193EA-10E5-4CF1-B562-15B74E2F7889}" type="sibTrans" cxnId="{2AFDA8FB-E52F-4FED-BCB3-4CA5346FA007}">
      <dgm:prSet/>
      <dgm:spPr/>
      <dgm:t>
        <a:bodyPr/>
        <a:lstStyle/>
        <a:p>
          <a:endParaRPr lang="en-US"/>
        </a:p>
      </dgm:t>
    </dgm:pt>
    <dgm:pt modelId="{3DE3C72E-3822-48C7-AA9D-3B9AD1C72382}">
      <dgm:prSet phldrT="[Text]" phldr="0"/>
      <dgm:spPr/>
      <dgm:t>
        <a:bodyPr/>
        <a:lstStyle/>
        <a:p>
          <a:pPr>
            <a:buNone/>
          </a:pPr>
          <a:r>
            <a:rPr lang="en-US" dirty="0"/>
            <a:t>“How and why did the workflow change?”</a:t>
          </a:r>
        </a:p>
      </dgm:t>
    </dgm:pt>
    <dgm:pt modelId="{110D9973-46FD-4182-B66C-92A70ED38D4E}" type="parTrans" cxnId="{301BC246-D8E3-4382-82A5-7195A1AF3A53}">
      <dgm:prSet/>
      <dgm:spPr/>
      <dgm:t>
        <a:bodyPr/>
        <a:lstStyle/>
        <a:p>
          <a:endParaRPr lang="en-US"/>
        </a:p>
      </dgm:t>
    </dgm:pt>
    <dgm:pt modelId="{5836735C-36A4-427A-9791-0A0B9A4CF194}" type="sibTrans" cxnId="{301BC246-D8E3-4382-82A5-7195A1AF3A53}">
      <dgm:prSet/>
      <dgm:spPr/>
      <dgm:t>
        <a:bodyPr/>
        <a:lstStyle/>
        <a:p>
          <a:endParaRPr lang="en-US"/>
        </a:p>
      </dgm:t>
    </dgm:pt>
    <dgm:pt modelId="{11C71400-8574-4E72-B32E-DADF409A4762}" type="pres">
      <dgm:prSet presAssocID="{10F69B13-2B97-4933-9EC6-9D91CB6290D6}" presName="Name0" presStyleCnt="0">
        <dgm:presLayoutVars>
          <dgm:dir/>
          <dgm:animLvl val="lvl"/>
          <dgm:resizeHandles val="exact"/>
        </dgm:presLayoutVars>
      </dgm:prSet>
      <dgm:spPr/>
    </dgm:pt>
    <dgm:pt modelId="{9C621396-34DF-4C26-BAA8-2042FC34EF5B}" type="pres">
      <dgm:prSet presAssocID="{C6F73B6A-546B-4DA2-9F36-E9CA5C798D24}" presName="linNode" presStyleCnt="0"/>
      <dgm:spPr/>
    </dgm:pt>
    <dgm:pt modelId="{40F9DF1F-ECD6-4EFB-B676-A73C4274850F}" type="pres">
      <dgm:prSet presAssocID="{C6F73B6A-546B-4DA2-9F36-E9CA5C798D2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E274F7CD-09D0-42F2-9531-2AE412FD91DC}" type="pres">
      <dgm:prSet presAssocID="{C6F73B6A-546B-4DA2-9F36-E9CA5C798D24}" presName="descendantText" presStyleLbl="alignAccFollowNode1" presStyleIdx="0" presStyleCnt="4">
        <dgm:presLayoutVars>
          <dgm:bulletEnabled val="1"/>
        </dgm:presLayoutVars>
      </dgm:prSet>
      <dgm:spPr/>
    </dgm:pt>
    <dgm:pt modelId="{5D56D73B-8FC2-438C-A497-560A99240AD7}" type="pres">
      <dgm:prSet presAssocID="{D7B428F1-75EF-44C6-A5EC-9E7859FC75DF}" presName="sp" presStyleCnt="0"/>
      <dgm:spPr/>
    </dgm:pt>
    <dgm:pt modelId="{02443364-B1B3-45FF-9EDF-BDF863B0878A}" type="pres">
      <dgm:prSet presAssocID="{2739FF9D-308F-4026-AC2B-4F20980CDDDA}" presName="linNode" presStyleCnt="0"/>
      <dgm:spPr/>
    </dgm:pt>
    <dgm:pt modelId="{AFEC926D-080F-4071-9047-9351C1CF8EB3}" type="pres">
      <dgm:prSet presAssocID="{2739FF9D-308F-4026-AC2B-4F20980CDDD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D9E74A6B-BD5B-4FB5-B5F7-F73FEEAB7EB8}" type="pres">
      <dgm:prSet presAssocID="{2739FF9D-308F-4026-AC2B-4F20980CDDDA}" presName="descendantText" presStyleLbl="alignAccFollowNode1" presStyleIdx="1" presStyleCnt="4">
        <dgm:presLayoutVars>
          <dgm:bulletEnabled val="1"/>
        </dgm:presLayoutVars>
      </dgm:prSet>
      <dgm:spPr/>
    </dgm:pt>
    <dgm:pt modelId="{E64C0509-3115-47BE-B6A9-6B140533B896}" type="pres">
      <dgm:prSet presAssocID="{456A94A3-F516-4E70-AB52-8BEB146AEF7B}" presName="sp" presStyleCnt="0"/>
      <dgm:spPr/>
    </dgm:pt>
    <dgm:pt modelId="{709B10CD-52E6-4F07-BB7A-E05445D8953B}" type="pres">
      <dgm:prSet presAssocID="{28F5B6F6-9309-443E-939C-1E3CFFD3B9EC}" presName="linNode" presStyleCnt="0"/>
      <dgm:spPr/>
    </dgm:pt>
    <dgm:pt modelId="{70DBB661-90DA-433D-9BB1-FDBF12ECD653}" type="pres">
      <dgm:prSet presAssocID="{28F5B6F6-9309-443E-939C-1E3CFFD3B9E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98656E6-96B3-4BC5-AD2D-F84B514095FC}" type="pres">
      <dgm:prSet presAssocID="{28F5B6F6-9309-443E-939C-1E3CFFD3B9EC}" presName="descendantText" presStyleLbl="alignAccFollowNode1" presStyleIdx="2" presStyleCnt="4">
        <dgm:presLayoutVars>
          <dgm:bulletEnabled val="1"/>
        </dgm:presLayoutVars>
      </dgm:prSet>
      <dgm:spPr/>
    </dgm:pt>
    <dgm:pt modelId="{C77BEC3D-8378-480F-A1B9-2317D6A61EB2}" type="pres">
      <dgm:prSet presAssocID="{FB70BA5A-C53B-4CEA-9BC1-20D995ABBEC4}" presName="sp" presStyleCnt="0"/>
      <dgm:spPr/>
    </dgm:pt>
    <dgm:pt modelId="{D0ABC2D7-A4C8-4F43-A1DA-0B4373E1171E}" type="pres">
      <dgm:prSet presAssocID="{C4C811F5-CBC5-474A-801F-E03716E2981D}" presName="linNode" presStyleCnt="0"/>
      <dgm:spPr/>
    </dgm:pt>
    <dgm:pt modelId="{8B8D8E65-FA31-43E1-81E2-AD25D979F0D5}" type="pres">
      <dgm:prSet presAssocID="{C4C811F5-CBC5-474A-801F-E03716E2981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36073158-7A5C-40ED-91FF-1CAB3272F53B}" type="pres">
      <dgm:prSet presAssocID="{C4C811F5-CBC5-474A-801F-E03716E2981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0CDF8623-FCFE-466D-B424-BBA957524DF0}" type="presOf" srcId="{78BABD62-7DB5-4654-A2D2-0507BB21774B}" destId="{D9E74A6B-BD5B-4FB5-B5F7-F73FEEAB7EB8}" srcOrd="0" destOrd="0" presId="urn:microsoft.com/office/officeart/2005/8/layout/vList5"/>
    <dgm:cxn modelId="{2FB1002F-7F1F-4F22-86D0-CBF67B35E7E8}" srcId="{28F5B6F6-9309-443E-939C-1E3CFFD3B9EC}" destId="{A8773E68-87EC-46D4-99FB-BA82DB1B2DE6}" srcOrd="0" destOrd="0" parTransId="{542FB74F-238B-4824-ADC3-EE24B54EA9A8}" sibTransId="{2AE9486C-7725-4222-9C11-87C2CE2E66F9}"/>
    <dgm:cxn modelId="{D0D47832-5E78-4281-A4A9-7160566F98D7}" type="presOf" srcId="{3DE3C72E-3822-48C7-AA9D-3B9AD1C72382}" destId="{36073158-7A5C-40ED-91FF-1CAB3272F53B}" srcOrd="0" destOrd="0" presId="urn:microsoft.com/office/officeart/2005/8/layout/vList5"/>
    <dgm:cxn modelId="{96DD2B40-58A6-4E69-AD34-4ED7B6BC7ACE}" type="presOf" srcId="{10F69B13-2B97-4933-9EC6-9D91CB6290D6}" destId="{11C71400-8574-4E72-B32E-DADF409A4762}" srcOrd="0" destOrd="0" presId="urn:microsoft.com/office/officeart/2005/8/layout/vList5"/>
    <dgm:cxn modelId="{C890F260-DE1C-4C8D-BBD5-77694F672103}" type="presOf" srcId="{2739FF9D-308F-4026-AC2B-4F20980CDDDA}" destId="{AFEC926D-080F-4071-9047-9351C1CF8EB3}" srcOrd="0" destOrd="0" presId="urn:microsoft.com/office/officeart/2005/8/layout/vList5"/>
    <dgm:cxn modelId="{301BC246-D8E3-4382-82A5-7195A1AF3A53}" srcId="{C4C811F5-CBC5-474A-801F-E03716E2981D}" destId="{3DE3C72E-3822-48C7-AA9D-3B9AD1C72382}" srcOrd="0" destOrd="0" parTransId="{110D9973-46FD-4182-B66C-92A70ED38D4E}" sibTransId="{5836735C-36A4-427A-9791-0A0B9A4CF194}"/>
    <dgm:cxn modelId="{BA00A072-6334-4404-802C-FABA54F411B7}" type="presOf" srcId="{C4C811F5-CBC5-474A-801F-E03716E2981D}" destId="{8B8D8E65-FA31-43E1-81E2-AD25D979F0D5}" srcOrd="0" destOrd="0" presId="urn:microsoft.com/office/officeart/2005/8/layout/vList5"/>
    <dgm:cxn modelId="{5E33D458-9FB4-4C3E-9729-E0071E61079B}" srcId="{10F69B13-2B97-4933-9EC6-9D91CB6290D6}" destId="{2739FF9D-308F-4026-AC2B-4F20980CDDDA}" srcOrd="1" destOrd="0" parTransId="{D0FFE133-171B-4B0B-A82A-B9AB40E596F6}" sibTransId="{456A94A3-F516-4E70-AB52-8BEB146AEF7B}"/>
    <dgm:cxn modelId="{5E71C586-CE99-4003-85D7-4FFE0653ACB6}" type="presOf" srcId="{28F5B6F6-9309-443E-939C-1E3CFFD3B9EC}" destId="{70DBB661-90DA-433D-9BB1-FDBF12ECD653}" srcOrd="0" destOrd="0" presId="urn:microsoft.com/office/officeart/2005/8/layout/vList5"/>
    <dgm:cxn modelId="{DB15E394-40A5-4336-B308-28D298E63C7B}" type="presOf" srcId="{C6F73B6A-546B-4DA2-9F36-E9CA5C798D24}" destId="{40F9DF1F-ECD6-4EFB-B676-A73C4274850F}" srcOrd="0" destOrd="0" presId="urn:microsoft.com/office/officeart/2005/8/layout/vList5"/>
    <dgm:cxn modelId="{24EFB897-F5BE-47D2-A56B-EB5AB1239FC0}" srcId="{C6F73B6A-546B-4DA2-9F36-E9CA5C798D24}" destId="{EAE200ED-4764-49AE-A01B-0477A04C93EF}" srcOrd="0" destOrd="0" parTransId="{5A68F671-C1DE-414F-977C-AF3DD0C3AC78}" sibTransId="{E1D15AF3-9E21-4253-A294-678A55D75B25}"/>
    <dgm:cxn modelId="{B343ABDC-ABD4-4C94-A067-D4B60E9144EC}" type="presOf" srcId="{EAE200ED-4764-49AE-A01B-0477A04C93EF}" destId="{E274F7CD-09D0-42F2-9531-2AE412FD91DC}" srcOrd="0" destOrd="0" presId="urn:microsoft.com/office/officeart/2005/8/layout/vList5"/>
    <dgm:cxn modelId="{029862E7-00AB-4905-B39B-B8042C570EB8}" srcId="{2739FF9D-308F-4026-AC2B-4F20980CDDDA}" destId="{78BABD62-7DB5-4654-A2D2-0507BB21774B}" srcOrd="0" destOrd="0" parTransId="{D89C11DA-6ECF-4476-9EA6-E8CB590AA1DB}" sibTransId="{2E017683-A1DA-4186-AFB6-B8310FDD82E3}"/>
    <dgm:cxn modelId="{A7F165E9-D096-4C7C-8359-44AE51400A1E}" srcId="{10F69B13-2B97-4933-9EC6-9D91CB6290D6}" destId="{28F5B6F6-9309-443E-939C-1E3CFFD3B9EC}" srcOrd="2" destOrd="0" parTransId="{FF4239B3-29F3-4F8E-8412-A2AE807008B1}" sibTransId="{FB70BA5A-C53B-4CEA-9BC1-20D995ABBEC4}"/>
    <dgm:cxn modelId="{8543F0E9-F95D-40CD-A2B5-DDCE04DC5A4B}" type="presOf" srcId="{A8773E68-87EC-46D4-99FB-BA82DB1B2DE6}" destId="{598656E6-96B3-4BC5-AD2D-F84B514095FC}" srcOrd="0" destOrd="0" presId="urn:microsoft.com/office/officeart/2005/8/layout/vList5"/>
    <dgm:cxn modelId="{B48EF3FA-34A5-47FB-9AA6-9CDB39B7EA9A}" srcId="{10F69B13-2B97-4933-9EC6-9D91CB6290D6}" destId="{C6F73B6A-546B-4DA2-9F36-E9CA5C798D24}" srcOrd="0" destOrd="0" parTransId="{E9B5D001-CB38-4698-A1A9-EA6598DAAE67}" sibTransId="{D7B428F1-75EF-44C6-A5EC-9E7859FC75DF}"/>
    <dgm:cxn modelId="{2AFDA8FB-E52F-4FED-BCB3-4CA5346FA007}" srcId="{10F69B13-2B97-4933-9EC6-9D91CB6290D6}" destId="{C4C811F5-CBC5-474A-801F-E03716E2981D}" srcOrd="3" destOrd="0" parTransId="{8CCB8873-F01B-4C49-967C-4E4735738121}" sibTransId="{007193EA-10E5-4CF1-B562-15B74E2F7889}"/>
    <dgm:cxn modelId="{F10BDD51-C7A5-415E-B9AE-39B2BA206679}" type="presParOf" srcId="{11C71400-8574-4E72-B32E-DADF409A4762}" destId="{9C621396-34DF-4C26-BAA8-2042FC34EF5B}" srcOrd="0" destOrd="0" presId="urn:microsoft.com/office/officeart/2005/8/layout/vList5"/>
    <dgm:cxn modelId="{EF82921D-5BD3-4C16-A006-974238CF6E03}" type="presParOf" srcId="{9C621396-34DF-4C26-BAA8-2042FC34EF5B}" destId="{40F9DF1F-ECD6-4EFB-B676-A73C4274850F}" srcOrd="0" destOrd="0" presId="urn:microsoft.com/office/officeart/2005/8/layout/vList5"/>
    <dgm:cxn modelId="{097105FC-1DF3-48E1-BA07-32D854DE6588}" type="presParOf" srcId="{9C621396-34DF-4C26-BAA8-2042FC34EF5B}" destId="{E274F7CD-09D0-42F2-9531-2AE412FD91DC}" srcOrd="1" destOrd="0" presId="urn:microsoft.com/office/officeart/2005/8/layout/vList5"/>
    <dgm:cxn modelId="{21A0B93D-5412-43DE-97D2-CCBEE894DB34}" type="presParOf" srcId="{11C71400-8574-4E72-B32E-DADF409A4762}" destId="{5D56D73B-8FC2-438C-A497-560A99240AD7}" srcOrd="1" destOrd="0" presId="urn:microsoft.com/office/officeart/2005/8/layout/vList5"/>
    <dgm:cxn modelId="{1E03979A-6543-4AFA-AC46-A1402A2E333A}" type="presParOf" srcId="{11C71400-8574-4E72-B32E-DADF409A4762}" destId="{02443364-B1B3-45FF-9EDF-BDF863B0878A}" srcOrd="2" destOrd="0" presId="urn:microsoft.com/office/officeart/2005/8/layout/vList5"/>
    <dgm:cxn modelId="{21D4141F-5063-4638-83A7-FF8F1FFCB663}" type="presParOf" srcId="{02443364-B1B3-45FF-9EDF-BDF863B0878A}" destId="{AFEC926D-080F-4071-9047-9351C1CF8EB3}" srcOrd="0" destOrd="0" presId="urn:microsoft.com/office/officeart/2005/8/layout/vList5"/>
    <dgm:cxn modelId="{E9897CD9-5427-44EB-AF4B-87965BFF527D}" type="presParOf" srcId="{02443364-B1B3-45FF-9EDF-BDF863B0878A}" destId="{D9E74A6B-BD5B-4FB5-B5F7-F73FEEAB7EB8}" srcOrd="1" destOrd="0" presId="urn:microsoft.com/office/officeart/2005/8/layout/vList5"/>
    <dgm:cxn modelId="{68AD8218-33FF-4AE1-8100-BFA4075BD81B}" type="presParOf" srcId="{11C71400-8574-4E72-B32E-DADF409A4762}" destId="{E64C0509-3115-47BE-B6A9-6B140533B896}" srcOrd="3" destOrd="0" presId="urn:microsoft.com/office/officeart/2005/8/layout/vList5"/>
    <dgm:cxn modelId="{FC76256B-D50B-4435-85A0-D87040B0F313}" type="presParOf" srcId="{11C71400-8574-4E72-B32E-DADF409A4762}" destId="{709B10CD-52E6-4F07-BB7A-E05445D8953B}" srcOrd="4" destOrd="0" presId="urn:microsoft.com/office/officeart/2005/8/layout/vList5"/>
    <dgm:cxn modelId="{B39DCE75-C146-4CC2-99FC-3571A8581100}" type="presParOf" srcId="{709B10CD-52E6-4F07-BB7A-E05445D8953B}" destId="{70DBB661-90DA-433D-9BB1-FDBF12ECD653}" srcOrd="0" destOrd="0" presId="urn:microsoft.com/office/officeart/2005/8/layout/vList5"/>
    <dgm:cxn modelId="{C85EE70D-6F01-4FDA-8ACA-A39F374BBC7E}" type="presParOf" srcId="{709B10CD-52E6-4F07-BB7A-E05445D8953B}" destId="{598656E6-96B3-4BC5-AD2D-F84B514095FC}" srcOrd="1" destOrd="0" presId="urn:microsoft.com/office/officeart/2005/8/layout/vList5"/>
    <dgm:cxn modelId="{245BD8D3-AC01-4E8E-BA41-1F68384FC8F9}" type="presParOf" srcId="{11C71400-8574-4E72-B32E-DADF409A4762}" destId="{C77BEC3D-8378-480F-A1B9-2317D6A61EB2}" srcOrd="5" destOrd="0" presId="urn:microsoft.com/office/officeart/2005/8/layout/vList5"/>
    <dgm:cxn modelId="{93BBCEC5-D732-4D39-A7B9-242AB7E2B9DF}" type="presParOf" srcId="{11C71400-8574-4E72-B32E-DADF409A4762}" destId="{D0ABC2D7-A4C8-4F43-A1DA-0B4373E1171E}" srcOrd="6" destOrd="0" presId="urn:microsoft.com/office/officeart/2005/8/layout/vList5"/>
    <dgm:cxn modelId="{B7A0C336-BA13-4A38-B7E7-D229D8CD40F2}" type="presParOf" srcId="{D0ABC2D7-A4C8-4F43-A1DA-0B4373E1171E}" destId="{8B8D8E65-FA31-43E1-81E2-AD25D979F0D5}" srcOrd="0" destOrd="0" presId="urn:microsoft.com/office/officeart/2005/8/layout/vList5"/>
    <dgm:cxn modelId="{5F1FFC4C-94DF-4C1E-B0A1-6AF005CC3BA3}" type="presParOf" srcId="{D0ABC2D7-A4C8-4F43-A1DA-0B4373E1171E}" destId="{36073158-7A5C-40ED-91FF-1CAB3272F5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F69B13-2B97-4933-9EC6-9D91CB6290D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F73B6A-546B-4DA2-9F36-E9CA5C798D24}">
      <dgm:prSet phldrT="[Text]" phldr="0" custT="1"/>
      <dgm:spPr/>
      <dgm:t>
        <a:bodyPr/>
        <a:lstStyle/>
        <a:p>
          <a:r>
            <a:rPr lang="en-US" sz="2800" dirty="0"/>
            <a:t>Exploratory Sequential</a:t>
          </a:r>
        </a:p>
      </dgm:t>
    </dgm:pt>
    <dgm:pt modelId="{E9B5D001-CB38-4698-A1A9-EA6598DAAE67}" type="parTrans" cxnId="{B48EF3FA-34A5-47FB-9AA6-9CDB39B7EA9A}">
      <dgm:prSet/>
      <dgm:spPr/>
      <dgm:t>
        <a:bodyPr/>
        <a:lstStyle/>
        <a:p>
          <a:endParaRPr lang="en-US"/>
        </a:p>
      </dgm:t>
    </dgm:pt>
    <dgm:pt modelId="{D7B428F1-75EF-44C6-A5EC-9E7859FC75DF}" type="sibTrans" cxnId="{B48EF3FA-34A5-47FB-9AA6-9CDB39B7EA9A}">
      <dgm:prSet/>
      <dgm:spPr/>
      <dgm:t>
        <a:bodyPr/>
        <a:lstStyle/>
        <a:p>
          <a:endParaRPr lang="en-US"/>
        </a:p>
      </dgm:t>
    </dgm:pt>
    <dgm:pt modelId="{EAE200ED-4764-49AE-A01B-0477A04C93EF}">
      <dgm:prSet phldrT="[Text]" phldr="0" custT="1"/>
      <dgm:spPr/>
      <dgm:t>
        <a:bodyPr/>
        <a:lstStyle/>
        <a:p>
          <a:pPr>
            <a:buNone/>
          </a:pPr>
          <a:r>
            <a:rPr lang="en-US" sz="2800" dirty="0" err="1"/>
            <a:t>quaL</a:t>
          </a:r>
          <a:r>
            <a:rPr lang="en-US" sz="2800" dirty="0"/>
            <a:t> </a:t>
          </a:r>
          <a:r>
            <a: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→ </a:t>
          </a:r>
          <a:r>
            <a:rPr lang="en-US" sz="28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quaN</a:t>
          </a:r>
          <a:r>
            <a: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; explore then confirm</a:t>
          </a:r>
          <a:endParaRPr lang="en-US" sz="2800" dirty="0"/>
        </a:p>
      </dgm:t>
    </dgm:pt>
    <dgm:pt modelId="{5A68F671-C1DE-414F-977C-AF3DD0C3AC78}" type="parTrans" cxnId="{24EFB897-F5BE-47D2-A56B-EB5AB1239FC0}">
      <dgm:prSet/>
      <dgm:spPr/>
      <dgm:t>
        <a:bodyPr/>
        <a:lstStyle/>
        <a:p>
          <a:endParaRPr lang="en-US"/>
        </a:p>
      </dgm:t>
    </dgm:pt>
    <dgm:pt modelId="{E1D15AF3-9E21-4253-A294-678A55D75B25}" type="sibTrans" cxnId="{24EFB897-F5BE-47D2-A56B-EB5AB1239FC0}">
      <dgm:prSet/>
      <dgm:spPr/>
      <dgm:t>
        <a:bodyPr/>
        <a:lstStyle/>
        <a:p>
          <a:endParaRPr lang="en-US"/>
        </a:p>
      </dgm:t>
    </dgm:pt>
    <dgm:pt modelId="{2739FF9D-308F-4026-AC2B-4F20980CDDDA}">
      <dgm:prSet phldrT="[Text]" phldr="0" custT="1"/>
      <dgm:spPr/>
      <dgm:t>
        <a:bodyPr/>
        <a:lstStyle/>
        <a:p>
          <a:r>
            <a:rPr lang="en-US" sz="2800" dirty="0"/>
            <a:t>Explanatory Sequential</a:t>
          </a:r>
        </a:p>
      </dgm:t>
    </dgm:pt>
    <dgm:pt modelId="{D0FFE133-171B-4B0B-A82A-B9AB40E596F6}" type="parTrans" cxnId="{5E33D458-9FB4-4C3E-9729-E0071E61079B}">
      <dgm:prSet/>
      <dgm:spPr/>
      <dgm:t>
        <a:bodyPr/>
        <a:lstStyle/>
        <a:p>
          <a:endParaRPr lang="en-US"/>
        </a:p>
      </dgm:t>
    </dgm:pt>
    <dgm:pt modelId="{456A94A3-F516-4E70-AB52-8BEB146AEF7B}" type="sibTrans" cxnId="{5E33D458-9FB4-4C3E-9729-E0071E61079B}">
      <dgm:prSet/>
      <dgm:spPr/>
      <dgm:t>
        <a:bodyPr/>
        <a:lstStyle/>
        <a:p>
          <a:endParaRPr lang="en-US"/>
        </a:p>
      </dgm:t>
    </dgm:pt>
    <dgm:pt modelId="{78BABD62-7DB5-4654-A2D2-0507BB21774B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complementary insights</a:t>
          </a:r>
        </a:p>
      </dgm:t>
    </dgm:pt>
    <dgm:pt modelId="{D89C11DA-6ECF-4476-9EA6-E8CB590AA1DB}" type="parTrans" cxnId="{029862E7-00AB-4905-B39B-B8042C570EB8}">
      <dgm:prSet/>
      <dgm:spPr/>
      <dgm:t>
        <a:bodyPr/>
        <a:lstStyle/>
        <a:p>
          <a:endParaRPr lang="en-US"/>
        </a:p>
      </dgm:t>
    </dgm:pt>
    <dgm:pt modelId="{2E017683-A1DA-4186-AFB6-B8310FDD82E3}" type="sibTrans" cxnId="{029862E7-00AB-4905-B39B-B8042C570EB8}">
      <dgm:prSet/>
      <dgm:spPr/>
      <dgm:t>
        <a:bodyPr/>
        <a:lstStyle/>
        <a:p>
          <a:endParaRPr lang="en-US"/>
        </a:p>
      </dgm:t>
    </dgm:pt>
    <dgm:pt modelId="{28F5B6F6-9309-443E-939C-1E3CFFD3B9EC}">
      <dgm:prSet phldrT="[Text]" phldr="0" custT="1"/>
      <dgm:spPr/>
      <dgm:t>
        <a:bodyPr/>
        <a:lstStyle/>
        <a:p>
          <a:r>
            <a:rPr lang="en-US" sz="2800" dirty="0"/>
            <a:t>Embedded</a:t>
          </a:r>
        </a:p>
      </dgm:t>
    </dgm:pt>
    <dgm:pt modelId="{FF4239B3-29F3-4F8E-8412-A2AE807008B1}" type="parTrans" cxnId="{A7F165E9-D096-4C7C-8359-44AE51400A1E}">
      <dgm:prSet/>
      <dgm:spPr/>
      <dgm:t>
        <a:bodyPr/>
        <a:lstStyle/>
        <a:p>
          <a:endParaRPr lang="en-US"/>
        </a:p>
      </dgm:t>
    </dgm:pt>
    <dgm:pt modelId="{FB70BA5A-C53B-4CEA-9BC1-20D995ABBEC4}" type="sibTrans" cxnId="{A7F165E9-D096-4C7C-8359-44AE51400A1E}">
      <dgm:prSet/>
      <dgm:spPr/>
      <dgm:t>
        <a:bodyPr/>
        <a:lstStyle/>
        <a:p>
          <a:endParaRPr lang="en-US"/>
        </a:p>
      </dgm:t>
    </dgm:pt>
    <dgm:pt modelId="{A8773E68-87EC-46D4-99FB-BA82DB1B2DE6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method 1 uses method 2 technique</a:t>
          </a:r>
        </a:p>
      </dgm:t>
    </dgm:pt>
    <dgm:pt modelId="{542FB74F-238B-4824-ADC3-EE24B54EA9A8}" type="parTrans" cxnId="{2FB1002F-7F1F-4F22-86D0-CBF67B35E7E8}">
      <dgm:prSet/>
      <dgm:spPr/>
      <dgm:t>
        <a:bodyPr/>
        <a:lstStyle/>
        <a:p>
          <a:endParaRPr lang="en-US"/>
        </a:p>
      </dgm:t>
    </dgm:pt>
    <dgm:pt modelId="{2AE9486C-7725-4222-9C11-87C2CE2E66F9}" type="sibTrans" cxnId="{2FB1002F-7F1F-4F22-86D0-CBF67B35E7E8}">
      <dgm:prSet/>
      <dgm:spPr/>
      <dgm:t>
        <a:bodyPr/>
        <a:lstStyle/>
        <a:p>
          <a:endParaRPr lang="en-US"/>
        </a:p>
      </dgm:t>
    </dgm:pt>
    <dgm:pt modelId="{C4C811F5-CBC5-474A-801F-E03716E2981D}">
      <dgm:prSet phldrT="[Text]" phldr="0" custT="1"/>
      <dgm:spPr/>
      <dgm:t>
        <a:bodyPr/>
        <a:lstStyle/>
        <a:p>
          <a:r>
            <a:rPr lang="en-US" sz="2800" dirty="0"/>
            <a:t>Multiphase</a:t>
          </a:r>
        </a:p>
      </dgm:t>
    </dgm:pt>
    <dgm:pt modelId="{8CCB8873-F01B-4C49-967C-4E4735738121}" type="parTrans" cxnId="{2AFDA8FB-E52F-4FED-BCB3-4CA5346FA007}">
      <dgm:prSet/>
      <dgm:spPr/>
      <dgm:t>
        <a:bodyPr/>
        <a:lstStyle/>
        <a:p>
          <a:endParaRPr lang="en-US"/>
        </a:p>
      </dgm:t>
    </dgm:pt>
    <dgm:pt modelId="{007193EA-10E5-4CF1-B562-15B74E2F7889}" type="sibTrans" cxnId="{2AFDA8FB-E52F-4FED-BCB3-4CA5346FA007}">
      <dgm:prSet/>
      <dgm:spPr/>
      <dgm:t>
        <a:bodyPr/>
        <a:lstStyle/>
        <a:p>
          <a:endParaRPr lang="en-US"/>
        </a:p>
      </dgm:t>
    </dgm:pt>
    <dgm:pt modelId="{3DE3C72E-3822-48C7-AA9D-3B9AD1C72382}">
      <dgm:prSet phldrT="[Text]" phldr="0" custT="1"/>
      <dgm:spPr/>
      <dgm:t>
        <a:bodyPr/>
        <a:lstStyle/>
        <a:p>
          <a:pPr>
            <a:buNone/>
          </a:pPr>
          <a:r>
            <a:rPr lang="en-US" sz="2800" dirty="0"/>
            <a:t>combinations; multiple projects</a:t>
          </a:r>
        </a:p>
      </dgm:t>
    </dgm:pt>
    <dgm:pt modelId="{110D9973-46FD-4182-B66C-92A70ED38D4E}" type="parTrans" cxnId="{301BC246-D8E3-4382-82A5-7195A1AF3A53}">
      <dgm:prSet/>
      <dgm:spPr/>
      <dgm:t>
        <a:bodyPr/>
        <a:lstStyle/>
        <a:p>
          <a:endParaRPr lang="en-US"/>
        </a:p>
      </dgm:t>
    </dgm:pt>
    <dgm:pt modelId="{5836735C-36A4-427A-9791-0A0B9A4CF194}" type="sibTrans" cxnId="{301BC246-D8E3-4382-82A5-7195A1AF3A53}">
      <dgm:prSet/>
      <dgm:spPr/>
      <dgm:t>
        <a:bodyPr/>
        <a:lstStyle/>
        <a:p>
          <a:endParaRPr lang="en-US"/>
        </a:p>
      </dgm:t>
    </dgm:pt>
    <dgm:pt modelId="{9B990C25-8EF7-48AC-8E07-C7DFD0D24B3D}">
      <dgm:prSet phldrT="[Text]" phldr="0" custT="1"/>
      <dgm:spPr/>
      <dgm:t>
        <a:bodyPr/>
        <a:lstStyle/>
        <a:p>
          <a:r>
            <a:rPr lang="en-US" sz="2800" dirty="0"/>
            <a:t>Convergent Parallel</a:t>
          </a:r>
        </a:p>
      </dgm:t>
    </dgm:pt>
    <dgm:pt modelId="{136EE3C3-E4AD-49E0-B603-0F40A5D6201C}" type="parTrans" cxnId="{50F433FF-F0C8-4B01-A2C1-D6EA5ECD8AB4}">
      <dgm:prSet/>
      <dgm:spPr/>
      <dgm:t>
        <a:bodyPr/>
        <a:lstStyle/>
        <a:p>
          <a:endParaRPr lang="en-US"/>
        </a:p>
      </dgm:t>
    </dgm:pt>
    <dgm:pt modelId="{6AEEA61F-3FA8-4CF3-9CE5-D8B80239B50F}" type="sibTrans" cxnId="{50F433FF-F0C8-4B01-A2C1-D6EA5ECD8AB4}">
      <dgm:prSet/>
      <dgm:spPr/>
      <dgm:t>
        <a:bodyPr/>
        <a:lstStyle/>
        <a:p>
          <a:endParaRPr lang="en-US"/>
        </a:p>
      </dgm:t>
    </dgm:pt>
    <dgm:pt modelId="{38ECD069-A6DA-43FE-A585-5809C4683150}">
      <dgm:prSet phldrT="[Text]" phldr="0" custT="1"/>
      <dgm:spPr/>
      <dgm:t>
        <a:bodyPr/>
        <a:lstStyle/>
        <a:p>
          <a:pPr>
            <a:buNone/>
          </a:pPr>
          <a:r>
            <a:rPr lang="en-US" sz="2800" dirty="0" err="1"/>
            <a:t>quaN</a:t>
          </a:r>
          <a:r>
            <a:rPr lang="en-US" sz="2800" dirty="0"/>
            <a:t> </a:t>
          </a:r>
          <a:r>
            <a: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→ </a:t>
          </a:r>
          <a:r>
            <a:rPr lang="en-US" sz="28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quaL</a:t>
          </a:r>
          <a:r>
            <a:rPr lang="en-US" sz="2800" dirty="0"/>
            <a:t>; </a:t>
          </a:r>
          <a:r>
            <a:rPr lang="en-US" sz="2800"/>
            <a:t>interpret findings further</a:t>
          </a:r>
          <a:endParaRPr lang="en-US" sz="2800" dirty="0"/>
        </a:p>
      </dgm:t>
    </dgm:pt>
    <dgm:pt modelId="{4D37B6A6-80E3-45BF-B92D-E9C72A08720F}" type="parTrans" cxnId="{F1E026A4-A068-47C1-813F-FCE51EE84CC8}">
      <dgm:prSet/>
      <dgm:spPr/>
      <dgm:t>
        <a:bodyPr/>
        <a:lstStyle/>
        <a:p>
          <a:endParaRPr lang="en-US"/>
        </a:p>
      </dgm:t>
    </dgm:pt>
    <dgm:pt modelId="{94D5B0DF-5BC2-40E6-AC79-81D9A765CE5E}" type="sibTrans" cxnId="{F1E026A4-A068-47C1-813F-FCE51EE84CC8}">
      <dgm:prSet/>
      <dgm:spPr/>
      <dgm:t>
        <a:bodyPr/>
        <a:lstStyle/>
        <a:p>
          <a:endParaRPr lang="en-US"/>
        </a:p>
      </dgm:t>
    </dgm:pt>
    <dgm:pt modelId="{11C71400-8574-4E72-B32E-DADF409A4762}" type="pres">
      <dgm:prSet presAssocID="{10F69B13-2B97-4933-9EC6-9D91CB6290D6}" presName="Name0" presStyleCnt="0">
        <dgm:presLayoutVars>
          <dgm:dir/>
          <dgm:animLvl val="lvl"/>
          <dgm:resizeHandles val="exact"/>
        </dgm:presLayoutVars>
      </dgm:prSet>
      <dgm:spPr/>
    </dgm:pt>
    <dgm:pt modelId="{9C621396-34DF-4C26-BAA8-2042FC34EF5B}" type="pres">
      <dgm:prSet presAssocID="{C6F73B6A-546B-4DA2-9F36-E9CA5C798D24}" presName="linNode" presStyleCnt="0"/>
      <dgm:spPr/>
    </dgm:pt>
    <dgm:pt modelId="{40F9DF1F-ECD6-4EFB-B676-A73C4274850F}" type="pres">
      <dgm:prSet presAssocID="{C6F73B6A-546B-4DA2-9F36-E9CA5C798D24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274F7CD-09D0-42F2-9531-2AE412FD91DC}" type="pres">
      <dgm:prSet presAssocID="{C6F73B6A-546B-4DA2-9F36-E9CA5C798D24}" presName="descendantText" presStyleLbl="alignAccFollowNode1" presStyleIdx="0" presStyleCnt="5">
        <dgm:presLayoutVars>
          <dgm:bulletEnabled val="1"/>
        </dgm:presLayoutVars>
      </dgm:prSet>
      <dgm:spPr/>
    </dgm:pt>
    <dgm:pt modelId="{5D56D73B-8FC2-438C-A497-560A99240AD7}" type="pres">
      <dgm:prSet presAssocID="{D7B428F1-75EF-44C6-A5EC-9E7859FC75DF}" presName="sp" presStyleCnt="0"/>
      <dgm:spPr/>
    </dgm:pt>
    <dgm:pt modelId="{02443364-B1B3-45FF-9EDF-BDF863B0878A}" type="pres">
      <dgm:prSet presAssocID="{2739FF9D-308F-4026-AC2B-4F20980CDDDA}" presName="linNode" presStyleCnt="0"/>
      <dgm:spPr/>
    </dgm:pt>
    <dgm:pt modelId="{AFEC926D-080F-4071-9047-9351C1CF8EB3}" type="pres">
      <dgm:prSet presAssocID="{2739FF9D-308F-4026-AC2B-4F20980CDDDA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198EA20F-4E6C-4665-B823-814FF9A6661E}" type="pres">
      <dgm:prSet presAssocID="{2739FF9D-308F-4026-AC2B-4F20980CDDDA}" presName="descendantText" presStyleLbl="alignAccFollowNode1" presStyleIdx="1" presStyleCnt="5">
        <dgm:presLayoutVars>
          <dgm:bulletEnabled val="1"/>
        </dgm:presLayoutVars>
      </dgm:prSet>
      <dgm:spPr/>
    </dgm:pt>
    <dgm:pt modelId="{E64C0509-3115-47BE-B6A9-6B140533B896}" type="pres">
      <dgm:prSet presAssocID="{456A94A3-F516-4E70-AB52-8BEB146AEF7B}" presName="sp" presStyleCnt="0"/>
      <dgm:spPr/>
    </dgm:pt>
    <dgm:pt modelId="{D6BA8619-6FCB-4FC0-A127-2A536CF93BD5}" type="pres">
      <dgm:prSet presAssocID="{9B990C25-8EF7-48AC-8E07-C7DFD0D24B3D}" presName="linNode" presStyleCnt="0"/>
      <dgm:spPr/>
    </dgm:pt>
    <dgm:pt modelId="{841CDB8C-C6C8-4029-9B76-82F127DD3160}" type="pres">
      <dgm:prSet presAssocID="{9B990C25-8EF7-48AC-8E07-C7DFD0D24B3D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1E1096E0-15E8-4200-B962-AD5182FDFAE7}" type="pres">
      <dgm:prSet presAssocID="{9B990C25-8EF7-48AC-8E07-C7DFD0D24B3D}" presName="descendantText" presStyleLbl="alignAccFollowNode1" presStyleIdx="2" presStyleCnt="5">
        <dgm:presLayoutVars>
          <dgm:bulletEnabled val="1"/>
        </dgm:presLayoutVars>
      </dgm:prSet>
      <dgm:spPr/>
    </dgm:pt>
    <dgm:pt modelId="{0A09FF55-AD1F-4E01-950C-D8DEEAFDE446}" type="pres">
      <dgm:prSet presAssocID="{6AEEA61F-3FA8-4CF3-9CE5-D8B80239B50F}" presName="sp" presStyleCnt="0"/>
      <dgm:spPr/>
    </dgm:pt>
    <dgm:pt modelId="{709B10CD-52E6-4F07-BB7A-E05445D8953B}" type="pres">
      <dgm:prSet presAssocID="{28F5B6F6-9309-443E-939C-1E3CFFD3B9EC}" presName="linNode" presStyleCnt="0"/>
      <dgm:spPr/>
    </dgm:pt>
    <dgm:pt modelId="{70DBB661-90DA-433D-9BB1-FDBF12ECD653}" type="pres">
      <dgm:prSet presAssocID="{28F5B6F6-9309-443E-939C-1E3CFFD3B9EC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598656E6-96B3-4BC5-AD2D-F84B514095FC}" type="pres">
      <dgm:prSet presAssocID="{28F5B6F6-9309-443E-939C-1E3CFFD3B9EC}" presName="descendantText" presStyleLbl="alignAccFollowNode1" presStyleIdx="3" presStyleCnt="5">
        <dgm:presLayoutVars>
          <dgm:bulletEnabled val="1"/>
        </dgm:presLayoutVars>
      </dgm:prSet>
      <dgm:spPr/>
    </dgm:pt>
    <dgm:pt modelId="{C77BEC3D-8378-480F-A1B9-2317D6A61EB2}" type="pres">
      <dgm:prSet presAssocID="{FB70BA5A-C53B-4CEA-9BC1-20D995ABBEC4}" presName="sp" presStyleCnt="0"/>
      <dgm:spPr/>
    </dgm:pt>
    <dgm:pt modelId="{D0ABC2D7-A4C8-4F43-A1DA-0B4373E1171E}" type="pres">
      <dgm:prSet presAssocID="{C4C811F5-CBC5-474A-801F-E03716E2981D}" presName="linNode" presStyleCnt="0"/>
      <dgm:spPr/>
    </dgm:pt>
    <dgm:pt modelId="{8B8D8E65-FA31-43E1-81E2-AD25D979F0D5}" type="pres">
      <dgm:prSet presAssocID="{C4C811F5-CBC5-474A-801F-E03716E2981D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36073158-7A5C-40ED-91FF-1CAB3272F53B}" type="pres">
      <dgm:prSet presAssocID="{C4C811F5-CBC5-474A-801F-E03716E2981D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D401410-15A4-4CDA-82FC-9DB6CC509495}" type="presOf" srcId="{C6F73B6A-546B-4DA2-9F36-E9CA5C798D24}" destId="{40F9DF1F-ECD6-4EFB-B676-A73C4274850F}" srcOrd="0" destOrd="0" presId="urn:microsoft.com/office/officeart/2005/8/layout/vList5"/>
    <dgm:cxn modelId="{549CB818-DD7C-42AD-9227-E3F071C94181}" type="presOf" srcId="{EAE200ED-4764-49AE-A01B-0477A04C93EF}" destId="{E274F7CD-09D0-42F2-9531-2AE412FD91DC}" srcOrd="0" destOrd="0" presId="urn:microsoft.com/office/officeart/2005/8/layout/vList5"/>
    <dgm:cxn modelId="{2FB1002F-7F1F-4F22-86D0-CBF67B35E7E8}" srcId="{28F5B6F6-9309-443E-939C-1E3CFFD3B9EC}" destId="{A8773E68-87EC-46D4-99FB-BA82DB1B2DE6}" srcOrd="0" destOrd="0" parTransId="{542FB74F-238B-4824-ADC3-EE24B54EA9A8}" sibTransId="{2AE9486C-7725-4222-9C11-87C2CE2E66F9}"/>
    <dgm:cxn modelId="{96DD2B40-58A6-4E69-AD34-4ED7B6BC7ACE}" type="presOf" srcId="{10F69B13-2B97-4933-9EC6-9D91CB6290D6}" destId="{11C71400-8574-4E72-B32E-DADF409A4762}" srcOrd="0" destOrd="0" presId="urn:microsoft.com/office/officeart/2005/8/layout/vList5"/>
    <dgm:cxn modelId="{301BC246-D8E3-4382-82A5-7195A1AF3A53}" srcId="{C4C811F5-CBC5-474A-801F-E03716E2981D}" destId="{3DE3C72E-3822-48C7-AA9D-3B9AD1C72382}" srcOrd="0" destOrd="0" parTransId="{110D9973-46FD-4182-B66C-92A70ED38D4E}" sibTransId="{5836735C-36A4-427A-9791-0A0B9A4CF194}"/>
    <dgm:cxn modelId="{5E33D458-9FB4-4C3E-9729-E0071E61079B}" srcId="{10F69B13-2B97-4933-9EC6-9D91CB6290D6}" destId="{2739FF9D-308F-4026-AC2B-4F20980CDDDA}" srcOrd="1" destOrd="0" parTransId="{D0FFE133-171B-4B0B-A82A-B9AB40E596F6}" sibTransId="{456A94A3-F516-4E70-AB52-8BEB146AEF7B}"/>
    <dgm:cxn modelId="{9B4BCD5A-7006-4BDC-B47D-043AFCDBC320}" type="presOf" srcId="{28F5B6F6-9309-443E-939C-1E3CFFD3B9EC}" destId="{70DBB661-90DA-433D-9BB1-FDBF12ECD653}" srcOrd="0" destOrd="0" presId="urn:microsoft.com/office/officeart/2005/8/layout/vList5"/>
    <dgm:cxn modelId="{8F4AE495-C80D-4A07-80CE-390545B4B196}" type="presOf" srcId="{C4C811F5-CBC5-474A-801F-E03716E2981D}" destId="{8B8D8E65-FA31-43E1-81E2-AD25D979F0D5}" srcOrd="0" destOrd="0" presId="urn:microsoft.com/office/officeart/2005/8/layout/vList5"/>
    <dgm:cxn modelId="{24EFB897-F5BE-47D2-A56B-EB5AB1239FC0}" srcId="{C6F73B6A-546B-4DA2-9F36-E9CA5C798D24}" destId="{EAE200ED-4764-49AE-A01B-0477A04C93EF}" srcOrd="0" destOrd="0" parTransId="{5A68F671-C1DE-414F-977C-AF3DD0C3AC78}" sibTransId="{E1D15AF3-9E21-4253-A294-678A55D75B25}"/>
    <dgm:cxn modelId="{F1E026A4-A068-47C1-813F-FCE51EE84CC8}" srcId="{2739FF9D-308F-4026-AC2B-4F20980CDDDA}" destId="{38ECD069-A6DA-43FE-A585-5809C4683150}" srcOrd="0" destOrd="0" parTransId="{4D37B6A6-80E3-45BF-B92D-E9C72A08720F}" sibTransId="{94D5B0DF-5BC2-40E6-AC79-81D9A765CE5E}"/>
    <dgm:cxn modelId="{28A4A1B3-4B14-4DE5-BAB3-D256CE40C296}" type="presOf" srcId="{A8773E68-87EC-46D4-99FB-BA82DB1B2DE6}" destId="{598656E6-96B3-4BC5-AD2D-F84B514095FC}" srcOrd="0" destOrd="0" presId="urn:microsoft.com/office/officeart/2005/8/layout/vList5"/>
    <dgm:cxn modelId="{718300B5-6850-4B31-8125-EB64ED3BFC6D}" type="presOf" srcId="{78BABD62-7DB5-4654-A2D2-0507BB21774B}" destId="{1E1096E0-15E8-4200-B962-AD5182FDFAE7}" srcOrd="0" destOrd="0" presId="urn:microsoft.com/office/officeart/2005/8/layout/vList5"/>
    <dgm:cxn modelId="{C216A0B6-E8D8-46E7-B619-CB888972B146}" type="presOf" srcId="{3DE3C72E-3822-48C7-AA9D-3B9AD1C72382}" destId="{36073158-7A5C-40ED-91FF-1CAB3272F53B}" srcOrd="0" destOrd="0" presId="urn:microsoft.com/office/officeart/2005/8/layout/vList5"/>
    <dgm:cxn modelId="{CAB013BF-B5E2-4146-A470-F7513C4F1788}" type="presOf" srcId="{38ECD069-A6DA-43FE-A585-5809C4683150}" destId="{198EA20F-4E6C-4665-B823-814FF9A6661E}" srcOrd="0" destOrd="0" presId="urn:microsoft.com/office/officeart/2005/8/layout/vList5"/>
    <dgm:cxn modelId="{029862E7-00AB-4905-B39B-B8042C570EB8}" srcId="{9B990C25-8EF7-48AC-8E07-C7DFD0D24B3D}" destId="{78BABD62-7DB5-4654-A2D2-0507BB21774B}" srcOrd="0" destOrd="0" parTransId="{D89C11DA-6ECF-4476-9EA6-E8CB590AA1DB}" sibTransId="{2E017683-A1DA-4186-AFB6-B8310FDD82E3}"/>
    <dgm:cxn modelId="{A7F165E9-D096-4C7C-8359-44AE51400A1E}" srcId="{10F69B13-2B97-4933-9EC6-9D91CB6290D6}" destId="{28F5B6F6-9309-443E-939C-1E3CFFD3B9EC}" srcOrd="3" destOrd="0" parTransId="{FF4239B3-29F3-4F8E-8412-A2AE807008B1}" sibTransId="{FB70BA5A-C53B-4CEA-9BC1-20D995ABBEC4}"/>
    <dgm:cxn modelId="{6FAFCCF1-95B2-4982-BA28-34669C29C73B}" type="presOf" srcId="{2739FF9D-308F-4026-AC2B-4F20980CDDDA}" destId="{AFEC926D-080F-4071-9047-9351C1CF8EB3}" srcOrd="0" destOrd="0" presId="urn:microsoft.com/office/officeart/2005/8/layout/vList5"/>
    <dgm:cxn modelId="{F27A26F2-E4CC-4FF6-BB67-6ACB8FCAD1F8}" type="presOf" srcId="{9B990C25-8EF7-48AC-8E07-C7DFD0D24B3D}" destId="{841CDB8C-C6C8-4029-9B76-82F127DD3160}" srcOrd="0" destOrd="0" presId="urn:microsoft.com/office/officeart/2005/8/layout/vList5"/>
    <dgm:cxn modelId="{B48EF3FA-34A5-47FB-9AA6-9CDB39B7EA9A}" srcId="{10F69B13-2B97-4933-9EC6-9D91CB6290D6}" destId="{C6F73B6A-546B-4DA2-9F36-E9CA5C798D24}" srcOrd="0" destOrd="0" parTransId="{E9B5D001-CB38-4698-A1A9-EA6598DAAE67}" sibTransId="{D7B428F1-75EF-44C6-A5EC-9E7859FC75DF}"/>
    <dgm:cxn modelId="{2AFDA8FB-E52F-4FED-BCB3-4CA5346FA007}" srcId="{10F69B13-2B97-4933-9EC6-9D91CB6290D6}" destId="{C4C811F5-CBC5-474A-801F-E03716E2981D}" srcOrd="4" destOrd="0" parTransId="{8CCB8873-F01B-4C49-967C-4E4735738121}" sibTransId="{007193EA-10E5-4CF1-B562-15B74E2F7889}"/>
    <dgm:cxn modelId="{50F433FF-F0C8-4B01-A2C1-D6EA5ECD8AB4}" srcId="{10F69B13-2B97-4933-9EC6-9D91CB6290D6}" destId="{9B990C25-8EF7-48AC-8E07-C7DFD0D24B3D}" srcOrd="2" destOrd="0" parTransId="{136EE3C3-E4AD-49E0-B603-0F40A5D6201C}" sibTransId="{6AEEA61F-3FA8-4CF3-9CE5-D8B80239B50F}"/>
    <dgm:cxn modelId="{6A8A2764-B1C6-454F-B92E-65061884552F}" type="presParOf" srcId="{11C71400-8574-4E72-B32E-DADF409A4762}" destId="{9C621396-34DF-4C26-BAA8-2042FC34EF5B}" srcOrd="0" destOrd="0" presId="urn:microsoft.com/office/officeart/2005/8/layout/vList5"/>
    <dgm:cxn modelId="{80BC25D2-D95B-4F35-A8ED-390B50AD1F0A}" type="presParOf" srcId="{9C621396-34DF-4C26-BAA8-2042FC34EF5B}" destId="{40F9DF1F-ECD6-4EFB-B676-A73C4274850F}" srcOrd="0" destOrd="0" presId="urn:microsoft.com/office/officeart/2005/8/layout/vList5"/>
    <dgm:cxn modelId="{3B18137E-4309-46A1-9CA8-A56F738A9F15}" type="presParOf" srcId="{9C621396-34DF-4C26-BAA8-2042FC34EF5B}" destId="{E274F7CD-09D0-42F2-9531-2AE412FD91DC}" srcOrd="1" destOrd="0" presId="urn:microsoft.com/office/officeart/2005/8/layout/vList5"/>
    <dgm:cxn modelId="{9787AEAA-17BC-4CF5-AE7F-A8C0A19CD1AF}" type="presParOf" srcId="{11C71400-8574-4E72-B32E-DADF409A4762}" destId="{5D56D73B-8FC2-438C-A497-560A99240AD7}" srcOrd="1" destOrd="0" presId="urn:microsoft.com/office/officeart/2005/8/layout/vList5"/>
    <dgm:cxn modelId="{3B69B2D0-8881-4B61-8DB4-1C906E0E83EF}" type="presParOf" srcId="{11C71400-8574-4E72-B32E-DADF409A4762}" destId="{02443364-B1B3-45FF-9EDF-BDF863B0878A}" srcOrd="2" destOrd="0" presId="urn:microsoft.com/office/officeart/2005/8/layout/vList5"/>
    <dgm:cxn modelId="{D64CECFC-BCB9-4D69-93EE-07C906DB17DF}" type="presParOf" srcId="{02443364-B1B3-45FF-9EDF-BDF863B0878A}" destId="{AFEC926D-080F-4071-9047-9351C1CF8EB3}" srcOrd="0" destOrd="0" presId="urn:microsoft.com/office/officeart/2005/8/layout/vList5"/>
    <dgm:cxn modelId="{0CA47BD5-CA96-452A-BBDB-9FFF89029919}" type="presParOf" srcId="{02443364-B1B3-45FF-9EDF-BDF863B0878A}" destId="{198EA20F-4E6C-4665-B823-814FF9A6661E}" srcOrd="1" destOrd="0" presId="urn:microsoft.com/office/officeart/2005/8/layout/vList5"/>
    <dgm:cxn modelId="{8FD6FA2B-1AAE-4A20-A712-803BA045E42A}" type="presParOf" srcId="{11C71400-8574-4E72-B32E-DADF409A4762}" destId="{E64C0509-3115-47BE-B6A9-6B140533B896}" srcOrd="3" destOrd="0" presId="urn:microsoft.com/office/officeart/2005/8/layout/vList5"/>
    <dgm:cxn modelId="{44F9F15B-20EE-4ABB-B085-8A4F0B4017A1}" type="presParOf" srcId="{11C71400-8574-4E72-B32E-DADF409A4762}" destId="{D6BA8619-6FCB-4FC0-A127-2A536CF93BD5}" srcOrd="4" destOrd="0" presId="urn:microsoft.com/office/officeart/2005/8/layout/vList5"/>
    <dgm:cxn modelId="{CBD2C608-C6E9-4A71-BE20-DC83465E7D3F}" type="presParOf" srcId="{D6BA8619-6FCB-4FC0-A127-2A536CF93BD5}" destId="{841CDB8C-C6C8-4029-9B76-82F127DD3160}" srcOrd="0" destOrd="0" presId="urn:microsoft.com/office/officeart/2005/8/layout/vList5"/>
    <dgm:cxn modelId="{DCEC6A9A-5CD6-4809-969C-A1D194E7425D}" type="presParOf" srcId="{D6BA8619-6FCB-4FC0-A127-2A536CF93BD5}" destId="{1E1096E0-15E8-4200-B962-AD5182FDFAE7}" srcOrd="1" destOrd="0" presId="urn:microsoft.com/office/officeart/2005/8/layout/vList5"/>
    <dgm:cxn modelId="{FB826FA8-7C1D-4161-9C40-E13B42F4566B}" type="presParOf" srcId="{11C71400-8574-4E72-B32E-DADF409A4762}" destId="{0A09FF55-AD1F-4E01-950C-D8DEEAFDE446}" srcOrd="5" destOrd="0" presId="urn:microsoft.com/office/officeart/2005/8/layout/vList5"/>
    <dgm:cxn modelId="{307C35D7-1BA3-40CE-9468-A8C4CA16FA20}" type="presParOf" srcId="{11C71400-8574-4E72-B32E-DADF409A4762}" destId="{709B10CD-52E6-4F07-BB7A-E05445D8953B}" srcOrd="6" destOrd="0" presId="urn:microsoft.com/office/officeart/2005/8/layout/vList5"/>
    <dgm:cxn modelId="{695DB0E5-A925-4517-9BB9-A3F7BE523DDB}" type="presParOf" srcId="{709B10CD-52E6-4F07-BB7A-E05445D8953B}" destId="{70DBB661-90DA-433D-9BB1-FDBF12ECD653}" srcOrd="0" destOrd="0" presId="urn:microsoft.com/office/officeart/2005/8/layout/vList5"/>
    <dgm:cxn modelId="{A3E10CAC-0B1A-473E-B629-407C1FCB485E}" type="presParOf" srcId="{709B10CD-52E6-4F07-BB7A-E05445D8953B}" destId="{598656E6-96B3-4BC5-AD2D-F84B514095FC}" srcOrd="1" destOrd="0" presId="urn:microsoft.com/office/officeart/2005/8/layout/vList5"/>
    <dgm:cxn modelId="{73E1DB24-1253-4533-9E0A-191597551FC5}" type="presParOf" srcId="{11C71400-8574-4E72-B32E-DADF409A4762}" destId="{C77BEC3D-8378-480F-A1B9-2317D6A61EB2}" srcOrd="7" destOrd="0" presId="urn:microsoft.com/office/officeart/2005/8/layout/vList5"/>
    <dgm:cxn modelId="{1CBCA957-E295-48A3-A69E-8DD3A026DFF8}" type="presParOf" srcId="{11C71400-8574-4E72-B32E-DADF409A4762}" destId="{D0ABC2D7-A4C8-4F43-A1DA-0B4373E1171E}" srcOrd="8" destOrd="0" presId="urn:microsoft.com/office/officeart/2005/8/layout/vList5"/>
    <dgm:cxn modelId="{00811362-7C49-42E1-AF29-88175A4B0E80}" type="presParOf" srcId="{D0ABC2D7-A4C8-4F43-A1DA-0B4373E1171E}" destId="{8B8D8E65-FA31-43E1-81E2-AD25D979F0D5}" srcOrd="0" destOrd="0" presId="urn:microsoft.com/office/officeart/2005/8/layout/vList5"/>
    <dgm:cxn modelId="{BAB35862-EBEF-4BFB-A332-9F81ADE11191}" type="presParOf" srcId="{D0ABC2D7-A4C8-4F43-A1DA-0B4373E1171E}" destId="{36073158-7A5C-40ED-91FF-1CAB3272F5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A19EE4-CB49-485E-B5DB-00A2848E87A1}" type="doc">
      <dgm:prSet loTypeId="urn:microsoft.com/office/officeart/2005/8/layout/h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490D43A-F81F-4D6B-A9A2-E15E13C78E44}">
      <dgm:prSet phldrT="[Text]" phldr="0"/>
      <dgm:spPr/>
      <dgm:t>
        <a:bodyPr/>
        <a:lstStyle/>
        <a:p>
          <a:r>
            <a:rPr lang="en-US" dirty="0"/>
            <a:t>Software artifacts</a:t>
          </a:r>
        </a:p>
      </dgm:t>
    </dgm:pt>
    <dgm:pt modelId="{EEFE72F8-558E-425D-A25F-0A5B05692A05}" type="parTrans" cxnId="{FFCE2950-8D1F-4785-A428-0ED76E930F1F}">
      <dgm:prSet/>
      <dgm:spPr/>
      <dgm:t>
        <a:bodyPr/>
        <a:lstStyle/>
        <a:p>
          <a:endParaRPr lang="en-US"/>
        </a:p>
      </dgm:t>
    </dgm:pt>
    <dgm:pt modelId="{687B3381-A800-47CB-95DF-A45EE326B819}" type="sibTrans" cxnId="{FFCE2950-8D1F-4785-A428-0ED76E930F1F}">
      <dgm:prSet/>
      <dgm:spPr/>
      <dgm:t>
        <a:bodyPr/>
        <a:lstStyle/>
        <a:p>
          <a:endParaRPr lang="en-US"/>
        </a:p>
      </dgm:t>
    </dgm:pt>
    <dgm:pt modelId="{61C5442B-8FFC-4341-BB38-B62941893B29}">
      <dgm:prSet phldrT="[Text]" phldr="0"/>
      <dgm:spPr/>
      <dgm:t>
        <a:bodyPr/>
        <a:lstStyle/>
        <a:p>
          <a:r>
            <a:rPr lang="en-US" dirty="0"/>
            <a:t>Code</a:t>
          </a:r>
        </a:p>
      </dgm:t>
    </dgm:pt>
    <dgm:pt modelId="{D2E48F0B-20F4-4FB5-B07D-01D9B48DD2C1}" type="parTrans" cxnId="{9C4DF8D2-3640-4B67-890A-7512E1475EEF}">
      <dgm:prSet/>
      <dgm:spPr/>
      <dgm:t>
        <a:bodyPr/>
        <a:lstStyle/>
        <a:p>
          <a:endParaRPr lang="en-US"/>
        </a:p>
      </dgm:t>
    </dgm:pt>
    <dgm:pt modelId="{A51DFA13-BA90-4BB8-8D25-99BA30DB43DC}" type="sibTrans" cxnId="{9C4DF8D2-3640-4B67-890A-7512E1475EEF}">
      <dgm:prSet/>
      <dgm:spPr/>
      <dgm:t>
        <a:bodyPr/>
        <a:lstStyle/>
        <a:p>
          <a:endParaRPr lang="en-US"/>
        </a:p>
      </dgm:t>
    </dgm:pt>
    <dgm:pt modelId="{8CDDB3E7-1A20-4A2F-A58B-3CE7FE6FA0A4}">
      <dgm:prSet phldrT="[Text]" phldr="0"/>
      <dgm:spPr/>
      <dgm:t>
        <a:bodyPr/>
        <a:lstStyle/>
        <a:p>
          <a:r>
            <a:rPr lang="en-US" dirty="0"/>
            <a:t>Issues</a:t>
          </a:r>
        </a:p>
      </dgm:t>
    </dgm:pt>
    <dgm:pt modelId="{71CC572B-033F-41B9-AE03-AB3F3B106DC1}" type="parTrans" cxnId="{AC3F818F-ABD8-4158-9CAA-20313DA416F6}">
      <dgm:prSet/>
      <dgm:spPr/>
      <dgm:t>
        <a:bodyPr/>
        <a:lstStyle/>
        <a:p>
          <a:endParaRPr lang="en-US"/>
        </a:p>
      </dgm:t>
    </dgm:pt>
    <dgm:pt modelId="{E2182221-09B3-444B-B806-7440EBE2FDEC}" type="sibTrans" cxnId="{AC3F818F-ABD8-4158-9CAA-20313DA416F6}">
      <dgm:prSet/>
      <dgm:spPr/>
      <dgm:t>
        <a:bodyPr/>
        <a:lstStyle/>
        <a:p>
          <a:endParaRPr lang="en-US"/>
        </a:p>
      </dgm:t>
    </dgm:pt>
    <dgm:pt modelId="{9C396FA5-30CF-4199-9DA4-0096AC752900}">
      <dgm:prSet phldrT="[Text]" phldr="0"/>
      <dgm:spPr/>
      <dgm:t>
        <a:bodyPr/>
        <a:lstStyle/>
        <a:p>
          <a:r>
            <a:rPr lang="en-US" dirty="0"/>
            <a:t>Developer behavior</a:t>
          </a:r>
        </a:p>
      </dgm:t>
    </dgm:pt>
    <dgm:pt modelId="{1A92E54E-587E-44CA-85D3-EB096BB6B8EC}" type="parTrans" cxnId="{6FBD983B-47D7-4539-8E48-5583E70139B6}">
      <dgm:prSet/>
      <dgm:spPr/>
      <dgm:t>
        <a:bodyPr/>
        <a:lstStyle/>
        <a:p>
          <a:endParaRPr lang="en-US"/>
        </a:p>
      </dgm:t>
    </dgm:pt>
    <dgm:pt modelId="{4F6C8A20-F562-47EC-B77E-D5ABE5023772}" type="sibTrans" cxnId="{6FBD983B-47D7-4539-8E48-5583E70139B6}">
      <dgm:prSet/>
      <dgm:spPr/>
      <dgm:t>
        <a:bodyPr/>
        <a:lstStyle/>
        <a:p>
          <a:endParaRPr lang="en-US"/>
        </a:p>
      </dgm:t>
    </dgm:pt>
    <dgm:pt modelId="{03F14721-9CA4-4110-A962-4130836439D0}">
      <dgm:prSet phldrT="[Text]" phldr="0"/>
      <dgm:spPr/>
      <dgm:t>
        <a:bodyPr/>
        <a:lstStyle/>
        <a:p>
          <a:r>
            <a:rPr lang="en-US" dirty="0"/>
            <a:t>Demographics</a:t>
          </a:r>
        </a:p>
      </dgm:t>
    </dgm:pt>
    <dgm:pt modelId="{D60B5A10-0392-4058-B3B4-7AC15604F8DA}" type="parTrans" cxnId="{368A9355-6737-45AF-B1B6-C84CF65D075B}">
      <dgm:prSet/>
      <dgm:spPr/>
      <dgm:t>
        <a:bodyPr/>
        <a:lstStyle/>
        <a:p>
          <a:endParaRPr lang="en-US"/>
        </a:p>
      </dgm:t>
    </dgm:pt>
    <dgm:pt modelId="{D7F1B2B8-5E18-4569-B105-019818EB326A}" type="sibTrans" cxnId="{368A9355-6737-45AF-B1B6-C84CF65D075B}">
      <dgm:prSet/>
      <dgm:spPr/>
      <dgm:t>
        <a:bodyPr/>
        <a:lstStyle/>
        <a:p>
          <a:endParaRPr lang="en-US"/>
        </a:p>
      </dgm:t>
    </dgm:pt>
    <dgm:pt modelId="{EA337EBF-28C7-4E06-B7FA-54CF596DCCA9}">
      <dgm:prSet phldrT="[Text]" phldr="0"/>
      <dgm:spPr/>
      <dgm:t>
        <a:bodyPr/>
        <a:lstStyle/>
        <a:p>
          <a:r>
            <a:rPr lang="en-US" dirty="0"/>
            <a:t>Context</a:t>
          </a:r>
        </a:p>
      </dgm:t>
    </dgm:pt>
    <dgm:pt modelId="{C1376327-6EF5-42CC-9427-88F373095D74}" type="parTrans" cxnId="{90C99519-B992-4FDB-B6FE-6E75B210675C}">
      <dgm:prSet/>
      <dgm:spPr/>
      <dgm:t>
        <a:bodyPr/>
        <a:lstStyle/>
        <a:p>
          <a:endParaRPr lang="en-US"/>
        </a:p>
      </dgm:t>
    </dgm:pt>
    <dgm:pt modelId="{EE6E099A-B11C-494D-B362-2204DA58B827}" type="sibTrans" cxnId="{90C99519-B992-4FDB-B6FE-6E75B210675C}">
      <dgm:prSet/>
      <dgm:spPr/>
      <dgm:t>
        <a:bodyPr/>
        <a:lstStyle/>
        <a:p>
          <a:endParaRPr lang="en-US"/>
        </a:p>
      </dgm:t>
    </dgm:pt>
    <dgm:pt modelId="{A9B0265D-05F5-4569-AA87-95F786427962}">
      <dgm:prSet phldrT="[Text]" phldr="0"/>
      <dgm:spPr/>
      <dgm:t>
        <a:bodyPr/>
        <a:lstStyle/>
        <a:p>
          <a:r>
            <a:rPr lang="en-US" dirty="0"/>
            <a:t>Task complexity</a:t>
          </a:r>
        </a:p>
      </dgm:t>
    </dgm:pt>
    <dgm:pt modelId="{F348F060-6C92-4469-9731-5319069115F9}" type="parTrans" cxnId="{5AB72A1D-E430-457A-9F14-7DC01065DF2C}">
      <dgm:prSet/>
      <dgm:spPr/>
      <dgm:t>
        <a:bodyPr/>
        <a:lstStyle/>
        <a:p>
          <a:endParaRPr lang="en-US"/>
        </a:p>
      </dgm:t>
    </dgm:pt>
    <dgm:pt modelId="{7513D115-2EEA-41CD-82D7-1A7941CD08D0}" type="sibTrans" cxnId="{5AB72A1D-E430-457A-9F14-7DC01065DF2C}">
      <dgm:prSet/>
      <dgm:spPr/>
      <dgm:t>
        <a:bodyPr/>
        <a:lstStyle/>
        <a:p>
          <a:endParaRPr lang="en-US"/>
        </a:p>
      </dgm:t>
    </dgm:pt>
    <dgm:pt modelId="{109D1C2F-3B5E-4145-A54F-DFBDD785BD27}">
      <dgm:prSet phldrT="[Text]" phldr="0"/>
      <dgm:spPr/>
      <dgm:t>
        <a:bodyPr/>
        <a:lstStyle/>
        <a:p>
          <a:r>
            <a:rPr lang="en-US" dirty="0"/>
            <a:t>Tests</a:t>
          </a:r>
        </a:p>
      </dgm:t>
    </dgm:pt>
    <dgm:pt modelId="{D2B14CD9-7A53-4AB9-ADF6-FE2C57A91489}" type="parTrans" cxnId="{7C292D8E-B506-4120-9A97-5FA2E11DE3A2}">
      <dgm:prSet/>
      <dgm:spPr/>
      <dgm:t>
        <a:bodyPr/>
        <a:lstStyle/>
        <a:p>
          <a:endParaRPr lang="en-US"/>
        </a:p>
      </dgm:t>
    </dgm:pt>
    <dgm:pt modelId="{F76D63CB-E5CC-415E-B660-BCC5A64AA92E}" type="sibTrans" cxnId="{7C292D8E-B506-4120-9A97-5FA2E11DE3A2}">
      <dgm:prSet/>
      <dgm:spPr/>
      <dgm:t>
        <a:bodyPr/>
        <a:lstStyle/>
        <a:p>
          <a:endParaRPr lang="en-US"/>
        </a:p>
      </dgm:t>
    </dgm:pt>
    <dgm:pt modelId="{DB081DDA-9D96-4AC7-B735-F3F6AC41FC80}">
      <dgm:prSet phldrT="[Text]" phldr="0"/>
      <dgm:spPr/>
      <dgm:t>
        <a:bodyPr/>
        <a:lstStyle/>
        <a:p>
          <a:r>
            <a:rPr lang="en-US" dirty="0"/>
            <a:t>Commits </a:t>
          </a:r>
        </a:p>
      </dgm:t>
    </dgm:pt>
    <dgm:pt modelId="{21676B1D-FA95-44FF-B0E4-572036C30E9B}" type="parTrans" cxnId="{35D45281-2CD4-465B-AB92-6C16CC204252}">
      <dgm:prSet/>
      <dgm:spPr/>
      <dgm:t>
        <a:bodyPr/>
        <a:lstStyle/>
        <a:p>
          <a:endParaRPr lang="en-US"/>
        </a:p>
      </dgm:t>
    </dgm:pt>
    <dgm:pt modelId="{9F74C810-FDEF-4D38-9248-CB47155C14C9}" type="sibTrans" cxnId="{35D45281-2CD4-465B-AB92-6C16CC204252}">
      <dgm:prSet/>
      <dgm:spPr/>
      <dgm:t>
        <a:bodyPr/>
        <a:lstStyle/>
        <a:p>
          <a:endParaRPr lang="en-US"/>
        </a:p>
      </dgm:t>
    </dgm:pt>
    <dgm:pt modelId="{09EC5E4E-3CB3-4DA5-A7C5-0BEAF4F84347}">
      <dgm:prSet phldrT="[Text]" phldr="0"/>
      <dgm:spPr/>
      <dgm:t>
        <a:bodyPr/>
        <a:lstStyle/>
        <a:p>
          <a:r>
            <a:rPr lang="en-US" dirty="0"/>
            <a:t>Experience </a:t>
          </a:r>
        </a:p>
      </dgm:t>
    </dgm:pt>
    <dgm:pt modelId="{D43E5DA8-A468-4DEA-B7B5-04931350E943}" type="parTrans" cxnId="{075A5621-B948-489F-B622-47FDF1654D6A}">
      <dgm:prSet/>
      <dgm:spPr/>
      <dgm:t>
        <a:bodyPr/>
        <a:lstStyle/>
        <a:p>
          <a:endParaRPr lang="en-US"/>
        </a:p>
      </dgm:t>
    </dgm:pt>
    <dgm:pt modelId="{D580F350-9FCE-454E-ACED-A0DEB86ED431}" type="sibTrans" cxnId="{075A5621-B948-489F-B622-47FDF1654D6A}">
      <dgm:prSet/>
      <dgm:spPr/>
      <dgm:t>
        <a:bodyPr/>
        <a:lstStyle/>
        <a:p>
          <a:endParaRPr lang="en-US"/>
        </a:p>
      </dgm:t>
    </dgm:pt>
    <dgm:pt modelId="{86D94543-F848-41A9-8080-DE800FACE3BB}">
      <dgm:prSet phldrT="[Text]" phldr="0"/>
      <dgm:spPr/>
      <dgm:t>
        <a:bodyPr/>
        <a:lstStyle/>
        <a:p>
          <a:r>
            <a:rPr lang="en-US" dirty="0"/>
            <a:t>Time spent</a:t>
          </a:r>
        </a:p>
      </dgm:t>
    </dgm:pt>
    <dgm:pt modelId="{D29638B5-74FE-4148-AA07-B0DBC232305B}" type="parTrans" cxnId="{98403074-909B-4FDB-9C4F-9FD4DFE611A1}">
      <dgm:prSet/>
      <dgm:spPr/>
      <dgm:t>
        <a:bodyPr/>
        <a:lstStyle/>
        <a:p>
          <a:endParaRPr lang="en-US"/>
        </a:p>
      </dgm:t>
    </dgm:pt>
    <dgm:pt modelId="{080E0C19-3BAB-484E-AF1D-E0BE4E9A41D4}" type="sibTrans" cxnId="{98403074-909B-4FDB-9C4F-9FD4DFE611A1}">
      <dgm:prSet/>
      <dgm:spPr/>
      <dgm:t>
        <a:bodyPr/>
        <a:lstStyle/>
        <a:p>
          <a:endParaRPr lang="en-US"/>
        </a:p>
      </dgm:t>
    </dgm:pt>
    <dgm:pt modelId="{0D5A2199-B836-4865-8641-42DC5CCB3C97}">
      <dgm:prSet phldrT="[Text]" phldr="0"/>
      <dgm:spPr/>
      <dgm:t>
        <a:bodyPr/>
        <a:lstStyle/>
        <a:p>
          <a:r>
            <a:rPr lang="en-US" dirty="0"/>
            <a:t>Quality of work</a:t>
          </a:r>
        </a:p>
      </dgm:t>
    </dgm:pt>
    <dgm:pt modelId="{69D1F3EA-2C56-44A6-AC9C-F0710452AECD}" type="parTrans" cxnId="{4C359560-CBDA-4389-8D29-0B41857BE850}">
      <dgm:prSet/>
      <dgm:spPr/>
      <dgm:t>
        <a:bodyPr/>
        <a:lstStyle/>
        <a:p>
          <a:endParaRPr lang="en-US"/>
        </a:p>
      </dgm:t>
    </dgm:pt>
    <dgm:pt modelId="{DE553CA9-A8E8-4348-8E70-05E748737F66}" type="sibTrans" cxnId="{4C359560-CBDA-4389-8D29-0B41857BE850}">
      <dgm:prSet/>
      <dgm:spPr/>
      <dgm:t>
        <a:bodyPr/>
        <a:lstStyle/>
        <a:p>
          <a:endParaRPr lang="en-US"/>
        </a:p>
      </dgm:t>
    </dgm:pt>
    <dgm:pt modelId="{190F5FC2-3FEA-4D35-9D16-5B5E56CBC8FF}">
      <dgm:prSet phldrT="[Text]" phldr="0"/>
      <dgm:spPr/>
      <dgm:t>
        <a:bodyPr/>
        <a:lstStyle/>
        <a:p>
          <a:r>
            <a:rPr lang="en-US" dirty="0"/>
            <a:t>Project artifacts</a:t>
          </a:r>
        </a:p>
      </dgm:t>
    </dgm:pt>
    <dgm:pt modelId="{BC7381F0-1B0D-46FE-BB76-16547EDF7829}" type="parTrans" cxnId="{BB75E345-674B-44BD-A192-F008076333E9}">
      <dgm:prSet/>
      <dgm:spPr/>
      <dgm:t>
        <a:bodyPr/>
        <a:lstStyle/>
        <a:p>
          <a:endParaRPr lang="en-US"/>
        </a:p>
      </dgm:t>
    </dgm:pt>
    <dgm:pt modelId="{878A56D4-9AB8-448C-8C24-3A1E620DC69F}" type="sibTrans" cxnId="{BB75E345-674B-44BD-A192-F008076333E9}">
      <dgm:prSet/>
      <dgm:spPr/>
      <dgm:t>
        <a:bodyPr/>
        <a:lstStyle/>
        <a:p>
          <a:endParaRPr lang="en-US"/>
        </a:p>
      </dgm:t>
    </dgm:pt>
    <dgm:pt modelId="{A9139CC7-99BE-4088-86B6-FF6456A00DE9}">
      <dgm:prSet phldrT="[Text]" phldr="0"/>
      <dgm:spPr/>
      <dgm:t>
        <a:bodyPr/>
        <a:lstStyle/>
        <a:p>
          <a:r>
            <a:rPr lang="en-US" dirty="0"/>
            <a:t>History</a:t>
          </a:r>
        </a:p>
      </dgm:t>
    </dgm:pt>
    <dgm:pt modelId="{8A0D5D87-3D99-4343-884F-392BB0834C7D}" type="parTrans" cxnId="{97725DDD-0A3E-4036-8663-F4642FD11A39}">
      <dgm:prSet/>
      <dgm:spPr/>
      <dgm:t>
        <a:bodyPr/>
        <a:lstStyle/>
        <a:p>
          <a:endParaRPr lang="en-US"/>
        </a:p>
      </dgm:t>
    </dgm:pt>
    <dgm:pt modelId="{03B8FE31-AE4E-4F70-BCDE-5E592015C912}" type="sibTrans" cxnId="{97725DDD-0A3E-4036-8663-F4642FD11A39}">
      <dgm:prSet/>
      <dgm:spPr/>
      <dgm:t>
        <a:bodyPr/>
        <a:lstStyle/>
        <a:p>
          <a:endParaRPr lang="en-US"/>
        </a:p>
      </dgm:t>
    </dgm:pt>
    <dgm:pt modelId="{2DF4F168-A267-48A1-95BC-B514A8462FF9}">
      <dgm:prSet phldrT="[Text]" phldr="0"/>
      <dgm:spPr/>
      <dgm:t>
        <a:bodyPr/>
        <a:lstStyle/>
        <a:p>
          <a:r>
            <a:rPr lang="en-US" dirty="0"/>
            <a:t>Discussions</a:t>
          </a:r>
        </a:p>
      </dgm:t>
    </dgm:pt>
    <dgm:pt modelId="{4528AB06-0C7A-4B5E-ABE7-5DF0F19A12FC}" type="parTrans" cxnId="{7DD57479-8E0A-4965-9578-9059D5A425C0}">
      <dgm:prSet/>
      <dgm:spPr/>
      <dgm:t>
        <a:bodyPr/>
        <a:lstStyle/>
        <a:p>
          <a:endParaRPr lang="en-US"/>
        </a:p>
      </dgm:t>
    </dgm:pt>
    <dgm:pt modelId="{62A9527E-0042-4AE3-A4DA-36D01A8A44A5}" type="sibTrans" cxnId="{7DD57479-8E0A-4965-9578-9059D5A425C0}">
      <dgm:prSet/>
      <dgm:spPr/>
      <dgm:t>
        <a:bodyPr/>
        <a:lstStyle/>
        <a:p>
          <a:endParaRPr lang="en-US"/>
        </a:p>
      </dgm:t>
    </dgm:pt>
    <dgm:pt modelId="{0CAC9835-11D7-4273-B5E3-E79126A56D6A}">
      <dgm:prSet phldrT="[Text]" phldr="0"/>
      <dgm:spPr/>
      <dgm:t>
        <a:bodyPr/>
        <a:lstStyle/>
        <a:p>
          <a:r>
            <a:rPr lang="en-US" dirty="0"/>
            <a:t>Organizational policies</a:t>
          </a:r>
        </a:p>
      </dgm:t>
    </dgm:pt>
    <dgm:pt modelId="{3C706ABD-3077-4AA1-B435-76A66A4B54E3}" type="parTrans" cxnId="{36CAE93D-B6CC-4BDE-B2AD-39386D315005}">
      <dgm:prSet/>
      <dgm:spPr/>
      <dgm:t>
        <a:bodyPr/>
        <a:lstStyle/>
        <a:p>
          <a:endParaRPr lang="en-US"/>
        </a:p>
      </dgm:t>
    </dgm:pt>
    <dgm:pt modelId="{D5A50C90-9141-4726-A727-8C3CF6B0C035}" type="sibTrans" cxnId="{36CAE93D-B6CC-4BDE-B2AD-39386D315005}">
      <dgm:prSet/>
      <dgm:spPr/>
      <dgm:t>
        <a:bodyPr/>
        <a:lstStyle/>
        <a:p>
          <a:endParaRPr lang="en-US"/>
        </a:p>
      </dgm:t>
    </dgm:pt>
    <dgm:pt modelId="{8AE9FF83-3704-46C4-8277-BB44E838FCD0}">
      <dgm:prSet phldrT="[Text]" phldr="0"/>
      <dgm:spPr/>
      <dgm:t>
        <a:bodyPr/>
        <a:lstStyle/>
        <a:p>
          <a:r>
            <a:rPr lang="en-US" dirty="0"/>
            <a:t>Organization type</a:t>
          </a:r>
        </a:p>
      </dgm:t>
    </dgm:pt>
    <dgm:pt modelId="{EB75C9E5-974D-494A-B0AC-BB491EF54185}" type="parTrans" cxnId="{2167C723-085A-46F6-B598-AE11D8BC6E83}">
      <dgm:prSet/>
      <dgm:spPr/>
      <dgm:t>
        <a:bodyPr/>
        <a:lstStyle/>
        <a:p>
          <a:endParaRPr lang="en-US"/>
        </a:p>
      </dgm:t>
    </dgm:pt>
    <dgm:pt modelId="{E37C5B2F-C23D-42C0-BF62-899371E9C3C8}" type="sibTrans" cxnId="{2167C723-085A-46F6-B598-AE11D8BC6E83}">
      <dgm:prSet/>
      <dgm:spPr/>
      <dgm:t>
        <a:bodyPr/>
        <a:lstStyle/>
        <a:p>
          <a:endParaRPr lang="en-US"/>
        </a:p>
      </dgm:t>
    </dgm:pt>
    <dgm:pt modelId="{B96C46E6-AEFA-4310-B41F-D8A5C8D93D7D}">
      <dgm:prSet phldrT="[Text]" phldr="0"/>
      <dgm:spPr/>
      <dgm:t>
        <a:bodyPr/>
        <a:lstStyle/>
        <a:p>
          <a:r>
            <a:rPr lang="en-US" dirty="0"/>
            <a:t>Popularity</a:t>
          </a:r>
        </a:p>
      </dgm:t>
    </dgm:pt>
    <dgm:pt modelId="{4C60DB07-AEEF-43E2-9981-53A770BE2944}" type="parTrans" cxnId="{7456A3E9-91AC-487E-B49A-CB8ED69855F7}">
      <dgm:prSet/>
      <dgm:spPr/>
      <dgm:t>
        <a:bodyPr/>
        <a:lstStyle/>
        <a:p>
          <a:endParaRPr lang="en-US"/>
        </a:p>
      </dgm:t>
    </dgm:pt>
    <dgm:pt modelId="{9366F4E0-6A11-4A0E-A47C-478421FC47E6}" type="sibTrans" cxnId="{7456A3E9-91AC-487E-B49A-CB8ED69855F7}">
      <dgm:prSet/>
      <dgm:spPr/>
      <dgm:t>
        <a:bodyPr/>
        <a:lstStyle/>
        <a:p>
          <a:endParaRPr lang="en-US"/>
        </a:p>
      </dgm:t>
    </dgm:pt>
    <dgm:pt modelId="{5A1D7CBE-382D-4524-B4CD-EF949588AF17}">
      <dgm:prSet phldrT="[Text]" phldr="0"/>
      <dgm:spPr/>
      <dgm:t>
        <a:bodyPr/>
        <a:lstStyle/>
        <a:p>
          <a:r>
            <a:rPr lang="en-US" dirty="0"/>
            <a:t>Releases</a:t>
          </a:r>
        </a:p>
      </dgm:t>
    </dgm:pt>
    <dgm:pt modelId="{CD6D4D57-B48E-4F00-9CD2-88ACEE5385B1}" type="parTrans" cxnId="{02BE75B8-1D2A-4F8F-AA75-F9D6CDEBD17F}">
      <dgm:prSet/>
      <dgm:spPr/>
      <dgm:t>
        <a:bodyPr/>
        <a:lstStyle/>
        <a:p>
          <a:endParaRPr lang="en-US"/>
        </a:p>
      </dgm:t>
    </dgm:pt>
    <dgm:pt modelId="{6DD946FA-433B-4661-9479-E0BFA806CD7A}" type="sibTrans" cxnId="{02BE75B8-1D2A-4F8F-AA75-F9D6CDEBD17F}">
      <dgm:prSet/>
      <dgm:spPr/>
      <dgm:t>
        <a:bodyPr/>
        <a:lstStyle/>
        <a:p>
          <a:endParaRPr lang="en-US"/>
        </a:p>
      </dgm:t>
    </dgm:pt>
    <dgm:pt modelId="{0831AA30-0A75-450F-B9FE-365BAD9FA8FA}">
      <dgm:prSet phldrT="[Text]" phldr="0"/>
      <dgm:spPr/>
      <dgm:t>
        <a:bodyPr/>
        <a:lstStyle/>
        <a:p>
          <a:r>
            <a:rPr lang="en-US" dirty="0"/>
            <a:t>Code reviews</a:t>
          </a:r>
        </a:p>
      </dgm:t>
    </dgm:pt>
    <dgm:pt modelId="{C5611849-BB2D-484F-A340-F6A07B2C2A0E}" type="parTrans" cxnId="{506DC61D-409E-4D32-A334-025A4A7E59E3}">
      <dgm:prSet/>
      <dgm:spPr/>
      <dgm:t>
        <a:bodyPr/>
        <a:lstStyle/>
        <a:p>
          <a:endParaRPr lang="en-US"/>
        </a:p>
      </dgm:t>
    </dgm:pt>
    <dgm:pt modelId="{BD1F0C9F-391E-4D9C-9594-78A0CB3D79FB}" type="sibTrans" cxnId="{506DC61D-409E-4D32-A334-025A4A7E59E3}">
      <dgm:prSet/>
      <dgm:spPr/>
      <dgm:t>
        <a:bodyPr/>
        <a:lstStyle/>
        <a:p>
          <a:endParaRPr lang="en-US"/>
        </a:p>
      </dgm:t>
    </dgm:pt>
    <dgm:pt modelId="{391A2900-D74C-4F15-86F6-98AFA8E6361C}" type="pres">
      <dgm:prSet presAssocID="{F7A19EE4-CB49-485E-B5DB-00A2848E87A1}" presName="Name0" presStyleCnt="0">
        <dgm:presLayoutVars>
          <dgm:dir/>
          <dgm:animLvl val="lvl"/>
          <dgm:resizeHandles val="exact"/>
        </dgm:presLayoutVars>
      </dgm:prSet>
      <dgm:spPr/>
    </dgm:pt>
    <dgm:pt modelId="{E4412056-AAC5-401E-BFC7-55F2E6B1EB3C}" type="pres">
      <dgm:prSet presAssocID="{B490D43A-F81F-4D6B-A9A2-E15E13C78E44}" presName="composite" presStyleCnt="0"/>
      <dgm:spPr/>
    </dgm:pt>
    <dgm:pt modelId="{A0F05BF0-C39B-4A68-BE65-B85D4E776C0C}" type="pres">
      <dgm:prSet presAssocID="{B490D43A-F81F-4D6B-A9A2-E15E13C78E4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45CAD10C-1A6B-4F40-B93B-1F87F0553D39}" type="pres">
      <dgm:prSet presAssocID="{B490D43A-F81F-4D6B-A9A2-E15E13C78E44}" presName="desTx" presStyleLbl="alignAccFollowNode1" presStyleIdx="0" presStyleCnt="4">
        <dgm:presLayoutVars>
          <dgm:bulletEnabled val="1"/>
        </dgm:presLayoutVars>
      </dgm:prSet>
      <dgm:spPr/>
    </dgm:pt>
    <dgm:pt modelId="{73468C74-F4E6-49D5-96DB-FC23EDDADBAD}" type="pres">
      <dgm:prSet presAssocID="{687B3381-A800-47CB-95DF-A45EE326B819}" presName="space" presStyleCnt="0"/>
      <dgm:spPr/>
    </dgm:pt>
    <dgm:pt modelId="{141EC6F5-DF8C-403C-A3E5-DDC069036ADE}" type="pres">
      <dgm:prSet presAssocID="{190F5FC2-3FEA-4D35-9D16-5B5E56CBC8FF}" presName="composite" presStyleCnt="0"/>
      <dgm:spPr/>
    </dgm:pt>
    <dgm:pt modelId="{600829A9-4D42-414C-860D-4824D350442C}" type="pres">
      <dgm:prSet presAssocID="{190F5FC2-3FEA-4D35-9D16-5B5E56CBC8F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024F289B-DEE3-4250-99B3-2F484E2751BC}" type="pres">
      <dgm:prSet presAssocID="{190F5FC2-3FEA-4D35-9D16-5B5E56CBC8FF}" presName="desTx" presStyleLbl="alignAccFollowNode1" presStyleIdx="1" presStyleCnt="4">
        <dgm:presLayoutVars>
          <dgm:bulletEnabled val="1"/>
        </dgm:presLayoutVars>
      </dgm:prSet>
      <dgm:spPr/>
    </dgm:pt>
    <dgm:pt modelId="{F7781E98-306C-487D-8DB9-3052C59BA12D}" type="pres">
      <dgm:prSet presAssocID="{878A56D4-9AB8-448C-8C24-3A1E620DC69F}" presName="space" presStyleCnt="0"/>
      <dgm:spPr/>
    </dgm:pt>
    <dgm:pt modelId="{03897032-B90E-421A-898D-DDF031F8590A}" type="pres">
      <dgm:prSet presAssocID="{9C396FA5-30CF-4199-9DA4-0096AC752900}" presName="composite" presStyleCnt="0"/>
      <dgm:spPr/>
    </dgm:pt>
    <dgm:pt modelId="{819FF874-FF86-4049-AC7C-EC1D37463014}" type="pres">
      <dgm:prSet presAssocID="{9C396FA5-30CF-4199-9DA4-0096AC75290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6BCD0DD-6990-421C-8211-056C685BA811}" type="pres">
      <dgm:prSet presAssocID="{9C396FA5-30CF-4199-9DA4-0096AC752900}" presName="desTx" presStyleLbl="alignAccFollowNode1" presStyleIdx="2" presStyleCnt="4">
        <dgm:presLayoutVars>
          <dgm:bulletEnabled val="1"/>
        </dgm:presLayoutVars>
      </dgm:prSet>
      <dgm:spPr/>
    </dgm:pt>
    <dgm:pt modelId="{813093C1-ECBA-4AD5-963C-E817140619F0}" type="pres">
      <dgm:prSet presAssocID="{4F6C8A20-F562-47EC-B77E-D5ABE5023772}" presName="space" presStyleCnt="0"/>
      <dgm:spPr/>
    </dgm:pt>
    <dgm:pt modelId="{0A6BAC12-6932-46BF-B337-AB7D6088D90C}" type="pres">
      <dgm:prSet presAssocID="{EA337EBF-28C7-4E06-B7FA-54CF596DCCA9}" presName="composite" presStyleCnt="0"/>
      <dgm:spPr/>
    </dgm:pt>
    <dgm:pt modelId="{827D2CB1-DEB8-450C-9B72-E75E64C7829F}" type="pres">
      <dgm:prSet presAssocID="{EA337EBF-28C7-4E06-B7FA-54CF596DCCA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A3261021-4769-42AD-A0D9-31CF35489DA2}" type="pres">
      <dgm:prSet presAssocID="{EA337EBF-28C7-4E06-B7FA-54CF596DCCA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7D4820C-BB6E-4D4F-B352-4D8FA7992053}" type="presOf" srcId="{B96C46E6-AEFA-4310-B41F-D8A5C8D93D7D}" destId="{024F289B-DEE3-4250-99B3-2F484E2751BC}" srcOrd="0" destOrd="4" presId="urn:microsoft.com/office/officeart/2005/8/layout/hList1"/>
    <dgm:cxn modelId="{90C99519-B992-4FDB-B6FE-6E75B210675C}" srcId="{F7A19EE4-CB49-485E-B5DB-00A2848E87A1}" destId="{EA337EBF-28C7-4E06-B7FA-54CF596DCCA9}" srcOrd="3" destOrd="0" parTransId="{C1376327-6EF5-42CC-9427-88F373095D74}" sibTransId="{EE6E099A-B11C-494D-B362-2204DA58B827}"/>
    <dgm:cxn modelId="{5AB72A1D-E430-457A-9F14-7DC01065DF2C}" srcId="{EA337EBF-28C7-4E06-B7FA-54CF596DCCA9}" destId="{A9B0265D-05F5-4569-AA87-95F786427962}" srcOrd="0" destOrd="0" parTransId="{F348F060-6C92-4469-9731-5319069115F9}" sibTransId="{7513D115-2EEA-41CD-82D7-1A7941CD08D0}"/>
    <dgm:cxn modelId="{506DC61D-409E-4D32-A334-025A4A7E59E3}" srcId="{190F5FC2-3FEA-4D35-9D16-5B5E56CBC8FF}" destId="{0831AA30-0A75-450F-B9FE-365BAD9FA8FA}" srcOrd="2" destOrd="0" parTransId="{C5611849-BB2D-484F-A340-F6A07B2C2A0E}" sibTransId="{BD1F0C9F-391E-4D9C-9594-78A0CB3D79FB}"/>
    <dgm:cxn modelId="{075A5621-B948-489F-B622-47FDF1654D6A}" srcId="{9C396FA5-30CF-4199-9DA4-0096AC752900}" destId="{09EC5E4E-3CB3-4DA5-A7C5-0BEAF4F84347}" srcOrd="1" destOrd="0" parTransId="{D43E5DA8-A468-4DEA-B7B5-04931350E943}" sibTransId="{D580F350-9FCE-454E-ACED-A0DEB86ED431}"/>
    <dgm:cxn modelId="{2167C723-085A-46F6-B598-AE11D8BC6E83}" srcId="{EA337EBF-28C7-4E06-B7FA-54CF596DCCA9}" destId="{8AE9FF83-3704-46C4-8277-BB44E838FCD0}" srcOrd="2" destOrd="0" parTransId="{EB75C9E5-974D-494A-B0AC-BB491EF54185}" sibTransId="{E37C5B2F-C23D-42C0-BF62-899371E9C3C8}"/>
    <dgm:cxn modelId="{0DEC9424-58BC-4407-9FCB-90FDB04BF238}" type="presOf" srcId="{5A1D7CBE-382D-4524-B4CD-EF949588AF17}" destId="{024F289B-DEE3-4250-99B3-2F484E2751BC}" srcOrd="0" destOrd="1" presId="urn:microsoft.com/office/officeart/2005/8/layout/hList1"/>
    <dgm:cxn modelId="{F7B5A130-C00A-455C-BA9D-9708EE5716D3}" type="presOf" srcId="{9C396FA5-30CF-4199-9DA4-0096AC752900}" destId="{819FF874-FF86-4049-AC7C-EC1D37463014}" srcOrd="0" destOrd="0" presId="urn:microsoft.com/office/officeart/2005/8/layout/hList1"/>
    <dgm:cxn modelId="{6FBD983B-47D7-4539-8E48-5583E70139B6}" srcId="{F7A19EE4-CB49-485E-B5DB-00A2848E87A1}" destId="{9C396FA5-30CF-4199-9DA4-0096AC752900}" srcOrd="2" destOrd="0" parTransId="{1A92E54E-587E-44CA-85D3-EB096BB6B8EC}" sibTransId="{4F6C8A20-F562-47EC-B77E-D5ABE5023772}"/>
    <dgm:cxn modelId="{36CAE93D-B6CC-4BDE-B2AD-39386D315005}" srcId="{EA337EBF-28C7-4E06-B7FA-54CF596DCCA9}" destId="{0CAC9835-11D7-4273-B5E3-E79126A56D6A}" srcOrd="1" destOrd="0" parTransId="{3C706ABD-3077-4AA1-B435-76A66A4B54E3}" sibTransId="{D5A50C90-9141-4726-A727-8C3CF6B0C035}"/>
    <dgm:cxn modelId="{4C359560-CBDA-4389-8D29-0B41857BE850}" srcId="{9C396FA5-30CF-4199-9DA4-0096AC752900}" destId="{0D5A2199-B836-4865-8641-42DC5CCB3C97}" srcOrd="3" destOrd="0" parTransId="{69D1F3EA-2C56-44A6-AC9C-F0710452AECD}" sibTransId="{DE553CA9-A8E8-4348-8E70-05E748737F66}"/>
    <dgm:cxn modelId="{72426544-C7DC-4EDF-B4B3-0951F29103B3}" type="presOf" srcId="{8CDDB3E7-1A20-4A2F-A58B-3CE7FE6FA0A4}" destId="{45CAD10C-1A6B-4F40-B93B-1F87F0553D39}" srcOrd="0" destOrd="3" presId="urn:microsoft.com/office/officeart/2005/8/layout/hList1"/>
    <dgm:cxn modelId="{BB75E345-674B-44BD-A192-F008076333E9}" srcId="{F7A19EE4-CB49-485E-B5DB-00A2848E87A1}" destId="{190F5FC2-3FEA-4D35-9D16-5B5E56CBC8FF}" srcOrd="1" destOrd="0" parTransId="{BC7381F0-1B0D-46FE-BB76-16547EDF7829}" sibTransId="{878A56D4-9AB8-448C-8C24-3A1E620DC69F}"/>
    <dgm:cxn modelId="{32464D6A-E4F1-4E33-9147-D921C19143BE}" type="presOf" srcId="{DB081DDA-9D96-4AC7-B735-F3F6AC41FC80}" destId="{45CAD10C-1A6B-4F40-B93B-1F87F0553D39}" srcOrd="0" destOrd="2" presId="urn:microsoft.com/office/officeart/2005/8/layout/hList1"/>
    <dgm:cxn modelId="{C56B506B-35AE-4A4A-9530-5C558431627A}" type="presOf" srcId="{A9139CC7-99BE-4088-86B6-FF6456A00DE9}" destId="{024F289B-DEE3-4250-99B3-2F484E2751BC}" srcOrd="0" destOrd="0" presId="urn:microsoft.com/office/officeart/2005/8/layout/hList1"/>
    <dgm:cxn modelId="{FFCE2950-8D1F-4785-A428-0ED76E930F1F}" srcId="{F7A19EE4-CB49-485E-B5DB-00A2848E87A1}" destId="{B490D43A-F81F-4D6B-A9A2-E15E13C78E44}" srcOrd="0" destOrd="0" parTransId="{EEFE72F8-558E-425D-A25F-0A5B05692A05}" sibTransId="{687B3381-A800-47CB-95DF-A45EE326B819}"/>
    <dgm:cxn modelId="{98403074-909B-4FDB-9C4F-9FD4DFE611A1}" srcId="{9C396FA5-30CF-4199-9DA4-0096AC752900}" destId="{86D94543-F848-41A9-8080-DE800FACE3BB}" srcOrd="2" destOrd="0" parTransId="{D29638B5-74FE-4148-AA07-B0DBC232305B}" sibTransId="{080E0C19-3BAB-484E-AF1D-E0BE4E9A41D4}"/>
    <dgm:cxn modelId="{368A9355-6737-45AF-B1B6-C84CF65D075B}" srcId="{9C396FA5-30CF-4199-9DA4-0096AC752900}" destId="{03F14721-9CA4-4110-A962-4130836439D0}" srcOrd="0" destOrd="0" parTransId="{D60B5A10-0392-4058-B3B4-7AC15604F8DA}" sibTransId="{D7F1B2B8-5E18-4569-B105-019818EB326A}"/>
    <dgm:cxn modelId="{7DD57479-8E0A-4965-9578-9059D5A425C0}" srcId="{190F5FC2-3FEA-4D35-9D16-5B5E56CBC8FF}" destId="{2DF4F168-A267-48A1-95BC-B514A8462FF9}" srcOrd="3" destOrd="0" parTransId="{4528AB06-0C7A-4B5E-ABE7-5DF0F19A12FC}" sibTransId="{62A9527E-0042-4AE3-A4DA-36D01A8A44A5}"/>
    <dgm:cxn modelId="{FD4E587A-B5A5-4362-AB64-0EAF3CE47AD5}" type="presOf" srcId="{03F14721-9CA4-4110-A962-4130836439D0}" destId="{46BCD0DD-6990-421C-8211-056C685BA811}" srcOrd="0" destOrd="0" presId="urn:microsoft.com/office/officeart/2005/8/layout/hList1"/>
    <dgm:cxn modelId="{3825137D-7A2D-405F-8D4E-CC90A508045E}" type="presOf" srcId="{A9B0265D-05F5-4569-AA87-95F786427962}" destId="{A3261021-4769-42AD-A0D9-31CF35489DA2}" srcOrd="0" destOrd="0" presId="urn:microsoft.com/office/officeart/2005/8/layout/hList1"/>
    <dgm:cxn modelId="{35D45281-2CD4-465B-AB92-6C16CC204252}" srcId="{B490D43A-F81F-4D6B-A9A2-E15E13C78E44}" destId="{DB081DDA-9D96-4AC7-B735-F3F6AC41FC80}" srcOrd="2" destOrd="0" parTransId="{21676B1D-FA95-44FF-B0E4-572036C30E9B}" sibTransId="{9F74C810-FDEF-4D38-9248-CB47155C14C9}"/>
    <dgm:cxn modelId="{51A7DE85-2765-459C-91A6-DF0172CEEC9F}" type="presOf" srcId="{0831AA30-0A75-450F-B9FE-365BAD9FA8FA}" destId="{024F289B-DEE3-4250-99B3-2F484E2751BC}" srcOrd="0" destOrd="2" presId="urn:microsoft.com/office/officeart/2005/8/layout/hList1"/>
    <dgm:cxn modelId="{7C292D8E-B506-4120-9A97-5FA2E11DE3A2}" srcId="{B490D43A-F81F-4D6B-A9A2-E15E13C78E44}" destId="{109D1C2F-3B5E-4145-A54F-DFBDD785BD27}" srcOrd="1" destOrd="0" parTransId="{D2B14CD9-7A53-4AB9-ADF6-FE2C57A91489}" sibTransId="{F76D63CB-E5CC-415E-B660-BCC5A64AA92E}"/>
    <dgm:cxn modelId="{AC3F818F-ABD8-4158-9CAA-20313DA416F6}" srcId="{B490D43A-F81F-4D6B-A9A2-E15E13C78E44}" destId="{8CDDB3E7-1A20-4A2F-A58B-3CE7FE6FA0A4}" srcOrd="3" destOrd="0" parTransId="{71CC572B-033F-41B9-AE03-AB3F3B106DC1}" sibTransId="{E2182221-09B3-444B-B806-7440EBE2FDEC}"/>
    <dgm:cxn modelId="{433CAA97-4A6E-46BE-921C-FF9813831B60}" type="presOf" srcId="{86D94543-F848-41A9-8080-DE800FACE3BB}" destId="{46BCD0DD-6990-421C-8211-056C685BA811}" srcOrd="0" destOrd="2" presId="urn:microsoft.com/office/officeart/2005/8/layout/hList1"/>
    <dgm:cxn modelId="{7D87D49F-E87B-48A2-A360-8BFC5F55BEE4}" type="presOf" srcId="{0D5A2199-B836-4865-8641-42DC5CCB3C97}" destId="{46BCD0DD-6990-421C-8211-056C685BA811}" srcOrd="0" destOrd="3" presId="urn:microsoft.com/office/officeart/2005/8/layout/hList1"/>
    <dgm:cxn modelId="{960CB0A2-D060-4A3D-B869-D1216EA425AA}" type="presOf" srcId="{109D1C2F-3B5E-4145-A54F-DFBDD785BD27}" destId="{45CAD10C-1A6B-4F40-B93B-1F87F0553D39}" srcOrd="0" destOrd="1" presId="urn:microsoft.com/office/officeart/2005/8/layout/hList1"/>
    <dgm:cxn modelId="{7BC28EA5-548F-4B1E-9B15-A41DFBCF3D16}" type="presOf" srcId="{EA337EBF-28C7-4E06-B7FA-54CF596DCCA9}" destId="{827D2CB1-DEB8-450C-9B72-E75E64C7829F}" srcOrd="0" destOrd="0" presId="urn:microsoft.com/office/officeart/2005/8/layout/hList1"/>
    <dgm:cxn modelId="{54064EAA-3CAE-442E-A51B-62281D5BE13C}" type="presOf" srcId="{2DF4F168-A267-48A1-95BC-B514A8462FF9}" destId="{024F289B-DEE3-4250-99B3-2F484E2751BC}" srcOrd="0" destOrd="3" presId="urn:microsoft.com/office/officeart/2005/8/layout/hList1"/>
    <dgm:cxn modelId="{458FB8AB-58E5-4CF8-A254-23BFE33DE37B}" type="presOf" srcId="{61C5442B-8FFC-4341-BB38-B62941893B29}" destId="{45CAD10C-1A6B-4F40-B93B-1F87F0553D39}" srcOrd="0" destOrd="0" presId="urn:microsoft.com/office/officeart/2005/8/layout/hList1"/>
    <dgm:cxn modelId="{75446DAD-EFCE-4778-B9D3-8DECA5ABF0CA}" type="presOf" srcId="{0CAC9835-11D7-4273-B5E3-E79126A56D6A}" destId="{A3261021-4769-42AD-A0D9-31CF35489DA2}" srcOrd="0" destOrd="1" presId="urn:microsoft.com/office/officeart/2005/8/layout/hList1"/>
    <dgm:cxn modelId="{02BE75B8-1D2A-4F8F-AA75-F9D6CDEBD17F}" srcId="{190F5FC2-3FEA-4D35-9D16-5B5E56CBC8FF}" destId="{5A1D7CBE-382D-4524-B4CD-EF949588AF17}" srcOrd="1" destOrd="0" parTransId="{CD6D4D57-B48E-4F00-9CD2-88ACEE5385B1}" sibTransId="{6DD946FA-433B-4661-9479-E0BFA806CD7A}"/>
    <dgm:cxn modelId="{CB388CD0-EA95-4871-9643-C659EEFE8F33}" type="presOf" srcId="{8AE9FF83-3704-46C4-8277-BB44E838FCD0}" destId="{A3261021-4769-42AD-A0D9-31CF35489DA2}" srcOrd="0" destOrd="2" presId="urn:microsoft.com/office/officeart/2005/8/layout/hList1"/>
    <dgm:cxn modelId="{9C4DF8D2-3640-4B67-890A-7512E1475EEF}" srcId="{B490D43A-F81F-4D6B-A9A2-E15E13C78E44}" destId="{61C5442B-8FFC-4341-BB38-B62941893B29}" srcOrd="0" destOrd="0" parTransId="{D2E48F0B-20F4-4FB5-B07D-01D9B48DD2C1}" sibTransId="{A51DFA13-BA90-4BB8-8D25-99BA30DB43DC}"/>
    <dgm:cxn modelId="{3AAE95D6-0940-462E-ABD2-47E7C6AFE33E}" type="presOf" srcId="{190F5FC2-3FEA-4D35-9D16-5B5E56CBC8FF}" destId="{600829A9-4D42-414C-860D-4824D350442C}" srcOrd="0" destOrd="0" presId="urn:microsoft.com/office/officeart/2005/8/layout/hList1"/>
    <dgm:cxn modelId="{97725DDD-0A3E-4036-8663-F4642FD11A39}" srcId="{190F5FC2-3FEA-4D35-9D16-5B5E56CBC8FF}" destId="{A9139CC7-99BE-4088-86B6-FF6456A00DE9}" srcOrd="0" destOrd="0" parTransId="{8A0D5D87-3D99-4343-884F-392BB0834C7D}" sibTransId="{03B8FE31-AE4E-4F70-BCDE-5E592015C912}"/>
    <dgm:cxn modelId="{7CD1F3DE-A614-47FE-88B3-9B740382F6D7}" type="presOf" srcId="{B490D43A-F81F-4D6B-A9A2-E15E13C78E44}" destId="{A0F05BF0-C39B-4A68-BE65-B85D4E776C0C}" srcOrd="0" destOrd="0" presId="urn:microsoft.com/office/officeart/2005/8/layout/hList1"/>
    <dgm:cxn modelId="{7456A3E9-91AC-487E-B49A-CB8ED69855F7}" srcId="{190F5FC2-3FEA-4D35-9D16-5B5E56CBC8FF}" destId="{B96C46E6-AEFA-4310-B41F-D8A5C8D93D7D}" srcOrd="4" destOrd="0" parTransId="{4C60DB07-AEEF-43E2-9981-53A770BE2944}" sibTransId="{9366F4E0-6A11-4A0E-A47C-478421FC47E6}"/>
    <dgm:cxn modelId="{DE9319F5-F0C1-4DCE-B3FC-7B4D93DB2846}" type="presOf" srcId="{09EC5E4E-3CB3-4DA5-A7C5-0BEAF4F84347}" destId="{46BCD0DD-6990-421C-8211-056C685BA811}" srcOrd="0" destOrd="1" presId="urn:microsoft.com/office/officeart/2005/8/layout/hList1"/>
    <dgm:cxn modelId="{854DD4FA-754D-4528-B7E8-AC81A5E298D8}" type="presOf" srcId="{F7A19EE4-CB49-485E-B5DB-00A2848E87A1}" destId="{391A2900-D74C-4F15-86F6-98AFA8E6361C}" srcOrd="0" destOrd="0" presId="urn:microsoft.com/office/officeart/2005/8/layout/hList1"/>
    <dgm:cxn modelId="{322C6458-67D5-4209-9734-FB4289B4E01B}" type="presParOf" srcId="{391A2900-D74C-4F15-86F6-98AFA8E6361C}" destId="{E4412056-AAC5-401E-BFC7-55F2E6B1EB3C}" srcOrd="0" destOrd="0" presId="urn:microsoft.com/office/officeart/2005/8/layout/hList1"/>
    <dgm:cxn modelId="{4CBCA568-60B3-4AAB-B948-6A3E2438A141}" type="presParOf" srcId="{E4412056-AAC5-401E-BFC7-55F2E6B1EB3C}" destId="{A0F05BF0-C39B-4A68-BE65-B85D4E776C0C}" srcOrd="0" destOrd="0" presId="urn:microsoft.com/office/officeart/2005/8/layout/hList1"/>
    <dgm:cxn modelId="{4807440A-ED9D-4382-BCF7-5AB2BEBC3CDA}" type="presParOf" srcId="{E4412056-AAC5-401E-BFC7-55F2E6B1EB3C}" destId="{45CAD10C-1A6B-4F40-B93B-1F87F0553D39}" srcOrd="1" destOrd="0" presId="urn:microsoft.com/office/officeart/2005/8/layout/hList1"/>
    <dgm:cxn modelId="{D6E9F59D-53D3-4C02-BC9E-4AADA1C3A4F4}" type="presParOf" srcId="{391A2900-D74C-4F15-86F6-98AFA8E6361C}" destId="{73468C74-F4E6-49D5-96DB-FC23EDDADBAD}" srcOrd="1" destOrd="0" presId="urn:microsoft.com/office/officeart/2005/8/layout/hList1"/>
    <dgm:cxn modelId="{57AA31EA-7A10-4F28-9E89-D3C58F5EFAB0}" type="presParOf" srcId="{391A2900-D74C-4F15-86F6-98AFA8E6361C}" destId="{141EC6F5-DF8C-403C-A3E5-DDC069036ADE}" srcOrd="2" destOrd="0" presId="urn:microsoft.com/office/officeart/2005/8/layout/hList1"/>
    <dgm:cxn modelId="{531E5CC5-D19C-4A44-815A-2EFA77DFE7C2}" type="presParOf" srcId="{141EC6F5-DF8C-403C-A3E5-DDC069036ADE}" destId="{600829A9-4D42-414C-860D-4824D350442C}" srcOrd="0" destOrd="0" presId="urn:microsoft.com/office/officeart/2005/8/layout/hList1"/>
    <dgm:cxn modelId="{5C551708-7657-4A69-8818-49039B18DD80}" type="presParOf" srcId="{141EC6F5-DF8C-403C-A3E5-DDC069036ADE}" destId="{024F289B-DEE3-4250-99B3-2F484E2751BC}" srcOrd="1" destOrd="0" presId="urn:microsoft.com/office/officeart/2005/8/layout/hList1"/>
    <dgm:cxn modelId="{D0C8F638-ED20-473A-8D89-89FC13FC0AC3}" type="presParOf" srcId="{391A2900-D74C-4F15-86F6-98AFA8E6361C}" destId="{F7781E98-306C-487D-8DB9-3052C59BA12D}" srcOrd="3" destOrd="0" presId="urn:microsoft.com/office/officeart/2005/8/layout/hList1"/>
    <dgm:cxn modelId="{75859BFB-1F6E-482A-BCEA-8B59995D3912}" type="presParOf" srcId="{391A2900-D74C-4F15-86F6-98AFA8E6361C}" destId="{03897032-B90E-421A-898D-DDF031F8590A}" srcOrd="4" destOrd="0" presId="urn:microsoft.com/office/officeart/2005/8/layout/hList1"/>
    <dgm:cxn modelId="{E26E85EF-FDBC-4D85-8B8B-2E078553231B}" type="presParOf" srcId="{03897032-B90E-421A-898D-DDF031F8590A}" destId="{819FF874-FF86-4049-AC7C-EC1D37463014}" srcOrd="0" destOrd="0" presId="urn:microsoft.com/office/officeart/2005/8/layout/hList1"/>
    <dgm:cxn modelId="{2A1B7FAA-FC73-4A6D-8C5C-4F730AA824C8}" type="presParOf" srcId="{03897032-B90E-421A-898D-DDF031F8590A}" destId="{46BCD0DD-6990-421C-8211-056C685BA811}" srcOrd="1" destOrd="0" presId="urn:microsoft.com/office/officeart/2005/8/layout/hList1"/>
    <dgm:cxn modelId="{A32C6975-3981-4CD1-A3EB-DE009198E088}" type="presParOf" srcId="{391A2900-D74C-4F15-86F6-98AFA8E6361C}" destId="{813093C1-ECBA-4AD5-963C-E817140619F0}" srcOrd="5" destOrd="0" presId="urn:microsoft.com/office/officeart/2005/8/layout/hList1"/>
    <dgm:cxn modelId="{ACDD4BF9-CD07-4F14-BBBD-73526FC907EE}" type="presParOf" srcId="{391A2900-D74C-4F15-86F6-98AFA8E6361C}" destId="{0A6BAC12-6932-46BF-B337-AB7D6088D90C}" srcOrd="6" destOrd="0" presId="urn:microsoft.com/office/officeart/2005/8/layout/hList1"/>
    <dgm:cxn modelId="{19D25D5F-A203-479A-B055-405617335C29}" type="presParOf" srcId="{0A6BAC12-6932-46BF-B337-AB7D6088D90C}" destId="{827D2CB1-DEB8-450C-9B72-E75E64C7829F}" srcOrd="0" destOrd="0" presId="urn:microsoft.com/office/officeart/2005/8/layout/hList1"/>
    <dgm:cxn modelId="{96BB2E5A-19C4-4C4A-8623-2221C79AB6DF}" type="presParOf" srcId="{0A6BAC12-6932-46BF-B337-AB7D6088D90C}" destId="{A3261021-4769-42AD-A0D9-31CF35489DA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329ACC-314A-4A31-AA9E-E99D727E206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B30D72-AF2A-469B-A5E7-82A4748EA6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Productivity</a:t>
          </a:r>
        </a:p>
      </dgm:t>
    </dgm:pt>
    <dgm:pt modelId="{411B8D14-AB87-42C0-A647-CF7D6CFCBD0C}" type="parTrans" cxnId="{35C5E268-4C3F-471C-B369-6674E3EA715C}">
      <dgm:prSet/>
      <dgm:spPr/>
      <dgm:t>
        <a:bodyPr/>
        <a:lstStyle/>
        <a:p>
          <a:endParaRPr lang="en-US"/>
        </a:p>
      </dgm:t>
    </dgm:pt>
    <dgm:pt modelId="{F487862D-5969-4694-8138-82240DA32BD8}" type="sibTrans" cxnId="{35C5E268-4C3F-471C-B369-6674E3EA715C}">
      <dgm:prSet/>
      <dgm:spPr/>
      <dgm:t>
        <a:bodyPr/>
        <a:lstStyle/>
        <a:p>
          <a:endParaRPr lang="en-US"/>
        </a:p>
      </dgm:t>
    </dgm:pt>
    <dgm:pt modelId="{1D796694-7086-4ECA-8FE5-902AF30FDF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Success on task</a:t>
          </a:r>
        </a:p>
        <a:p>
          <a:pPr>
            <a:lnSpc>
              <a:spcPct val="100000"/>
            </a:lnSpc>
          </a:pPr>
          <a:r>
            <a:rPr lang="en-US" dirty="0"/>
            <a:t>Time on task</a:t>
          </a:r>
        </a:p>
      </dgm:t>
    </dgm:pt>
    <dgm:pt modelId="{596F9828-404D-4FB4-B4C9-2F23EF2F796F}" type="parTrans" cxnId="{67892B8D-B4E2-4186-A2E7-9EE223C19AD4}">
      <dgm:prSet/>
      <dgm:spPr/>
      <dgm:t>
        <a:bodyPr/>
        <a:lstStyle/>
        <a:p>
          <a:endParaRPr lang="en-US"/>
        </a:p>
      </dgm:t>
    </dgm:pt>
    <dgm:pt modelId="{D9130DDF-4F41-4D22-9DBC-F583F1F5A488}" type="sibTrans" cxnId="{67892B8D-B4E2-4186-A2E7-9EE223C19AD4}">
      <dgm:prSet/>
      <dgm:spPr/>
      <dgm:t>
        <a:bodyPr/>
        <a:lstStyle/>
        <a:p>
          <a:endParaRPr lang="en-US"/>
        </a:p>
      </dgm:t>
    </dgm:pt>
    <dgm:pt modelId="{66CF3B3A-ED06-42EA-93EE-FCCA9729E4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Effort and cost</a:t>
          </a:r>
        </a:p>
      </dgm:t>
    </dgm:pt>
    <dgm:pt modelId="{E5090D0B-E70F-4C2F-BA89-F3EE805E4D0A}" type="parTrans" cxnId="{C4C4DAFD-C4AE-4F28-934D-B0BDEB27D900}">
      <dgm:prSet/>
      <dgm:spPr/>
      <dgm:t>
        <a:bodyPr/>
        <a:lstStyle/>
        <a:p>
          <a:endParaRPr lang="en-US"/>
        </a:p>
      </dgm:t>
    </dgm:pt>
    <dgm:pt modelId="{DB49263E-2E4F-425D-B3AA-7D897A7848E3}" type="sibTrans" cxnId="{C4C4DAFD-C4AE-4F28-934D-B0BDEB27D900}">
      <dgm:prSet/>
      <dgm:spPr/>
      <dgm:t>
        <a:bodyPr/>
        <a:lstStyle/>
        <a:p>
          <a:endParaRPr lang="en-US"/>
        </a:p>
      </dgm:t>
    </dgm:pt>
    <dgm:pt modelId="{EB72E92D-481F-4EF8-A51A-36AC7F90F9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Quality</a:t>
          </a:r>
        </a:p>
      </dgm:t>
    </dgm:pt>
    <dgm:pt modelId="{21275E5D-6F97-4F94-9557-7436000295A6}" type="parTrans" cxnId="{3B8AC789-C154-4863-86B4-92E78CB4E93D}">
      <dgm:prSet/>
      <dgm:spPr/>
      <dgm:t>
        <a:bodyPr/>
        <a:lstStyle/>
        <a:p>
          <a:endParaRPr lang="en-US"/>
        </a:p>
      </dgm:t>
    </dgm:pt>
    <dgm:pt modelId="{48946C71-94AB-43B2-BA68-B0E699F9D3B6}" type="sibTrans" cxnId="{3B8AC789-C154-4863-86B4-92E78CB4E93D}">
      <dgm:prSet/>
      <dgm:spPr/>
      <dgm:t>
        <a:bodyPr/>
        <a:lstStyle/>
        <a:p>
          <a:endParaRPr lang="en-US"/>
        </a:p>
      </dgm:t>
    </dgm:pt>
    <dgm:pt modelId="{0B07BECA-2357-4F8E-957B-07C81908BB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Defect rates</a:t>
          </a:r>
        </a:p>
      </dgm:t>
    </dgm:pt>
    <dgm:pt modelId="{8EA66C85-DD34-4F64-ABAB-FEFA65D42117}" type="parTrans" cxnId="{706E3560-6ACB-4DAE-98FF-DCC8BCBCAEBC}">
      <dgm:prSet/>
      <dgm:spPr/>
      <dgm:t>
        <a:bodyPr/>
        <a:lstStyle/>
        <a:p>
          <a:endParaRPr lang="en-US"/>
        </a:p>
      </dgm:t>
    </dgm:pt>
    <dgm:pt modelId="{F65E2292-008A-4118-B318-92661762EB0F}" type="sibTrans" cxnId="{706E3560-6ACB-4DAE-98FF-DCC8BCBCAEBC}">
      <dgm:prSet/>
      <dgm:spPr/>
      <dgm:t>
        <a:bodyPr/>
        <a:lstStyle/>
        <a:p>
          <a:endParaRPr lang="en-US"/>
        </a:p>
      </dgm:t>
    </dgm:pt>
    <dgm:pt modelId="{F3C3DD84-ACCB-463D-AE5C-E78F389D0D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Maintainability</a:t>
          </a:r>
        </a:p>
      </dgm:t>
    </dgm:pt>
    <dgm:pt modelId="{8697A110-50CB-4696-A516-D458F0918AA5}" type="parTrans" cxnId="{941AC9E3-6C79-4147-829B-6D2C071882BD}">
      <dgm:prSet/>
      <dgm:spPr/>
      <dgm:t>
        <a:bodyPr/>
        <a:lstStyle/>
        <a:p>
          <a:endParaRPr lang="en-US"/>
        </a:p>
      </dgm:t>
    </dgm:pt>
    <dgm:pt modelId="{CBFF75A9-677D-4442-8A03-6716E5CEB3A3}" type="sibTrans" cxnId="{941AC9E3-6C79-4147-829B-6D2C071882BD}">
      <dgm:prSet/>
      <dgm:spPr/>
      <dgm:t>
        <a:bodyPr/>
        <a:lstStyle/>
        <a:p>
          <a:endParaRPr lang="en-US"/>
        </a:p>
      </dgm:t>
    </dgm:pt>
    <dgm:pt modelId="{14B31BB2-B63C-4867-8C1A-10C81278DB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</a:t>
          </a:r>
        </a:p>
      </dgm:t>
    </dgm:pt>
    <dgm:pt modelId="{76A9EC99-C47D-4E47-A2DC-5B92E275382E}" type="parTrans" cxnId="{70067049-78BD-479C-A2A4-A872C22A722D}">
      <dgm:prSet/>
      <dgm:spPr/>
      <dgm:t>
        <a:bodyPr/>
        <a:lstStyle/>
        <a:p>
          <a:endParaRPr lang="en-US"/>
        </a:p>
      </dgm:t>
    </dgm:pt>
    <dgm:pt modelId="{13990B3E-28FE-450A-BB89-A90E7A1099BD}" type="sibTrans" cxnId="{70067049-78BD-479C-A2A4-A872C22A722D}">
      <dgm:prSet/>
      <dgm:spPr/>
      <dgm:t>
        <a:bodyPr/>
        <a:lstStyle/>
        <a:p>
          <a:endParaRPr lang="en-US"/>
        </a:p>
      </dgm:t>
    </dgm:pt>
    <dgm:pt modelId="{5FB8BEDC-2C79-4288-972F-F42371381B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Performance </a:t>
          </a:r>
        </a:p>
      </dgm:t>
    </dgm:pt>
    <dgm:pt modelId="{BDF05ABE-8B34-4845-96ED-55EDD5D86F6C}" type="parTrans" cxnId="{C650EF11-26F6-4C7D-A25E-7940C3AEF49D}">
      <dgm:prSet/>
      <dgm:spPr/>
      <dgm:t>
        <a:bodyPr/>
        <a:lstStyle/>
        <a:p>
          <a:endParaRPr lang="en-US"/>
        </a:p>
      </dgm:t>
    </dgm:pt>
    <dgm:pt modelId="{22943FF3-96EA-4669-852D-911512B96BF2}" type="sibTrans" cxnId="{C650EF11-26F6-4C7D-A25E-7940C3AEF49D}">
      <dgm:prSet/>
      <dgm:spPr/>
      <dgm:t>
        <a:bodyPr/>
        <a:lstStyle/>
        <a:p>
          <a:endParaRPr lang="en-US"/>
        </a:p>
      </dgm:t>
    </dgm:pt>
    <dgm:pt modelId="{662DDD97-F4F7-4164-99ED-AB040F90EA7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Personal</a:t>
          </a:r>
        </a:p>
      </dgm:t>
    </dgm:pt>
    <dgm:pt modelId="{8D457963-ACCB-45CE-A390-72DED01C36AB}" type="parTrans" cxnId="{70ABF2A1-CEE4-47A8-96CC-910FF634C481}">
      <dgm:prSet/>
      <dgm:spPr/>
      <dgm:t>
        <a:bodyPr/>
        <a:lstStyle/>
        <a:p>
          <a:endParaRPr lang="en-US"/>
        </a:p>
      </dgm:t>
    </dgm:pt>
    <dgm:pt modelId="{95FF9178-0749-476D-AF98-67F46637AA4E}" type="sibTrans" cxnId="{70ABF2A1-CEE4-47A8-96CC-910FF634C481}">
      <dgm:prSet/>
      <dgm:spPr/>
      <dgm:t>
        <a:bodyPr/>
        <a:lstStyle/>
        <a:p>
          <a:endParaRPr lang="en-US"/>
        </a:p>
      </dgm:t>
    </dgm:pt>
    <dgm:pt modelId="{085F5281-1860-4A15-A0AE-5A0A35E39A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Developer satisfaction</a:t>
          </a:r>
        </a:p>
      </dgm:t>
    </dgm:pt>
    <dgm:pt modelId="{F5F1C022-59B9-4C73-892E-F1DDA97D3B84}" type="parTrans" cxnId="{2521DD7C-909A-483D-9182-15BBF014B6E0}">
      <dgm:prSet/>
      <dgm:spPr/>
      <dgm:t>
        <a:bodyPr/>
        <a:lstStyle/>
        <a:p>
          <a:endParaRPr lang="en-US"/>
        </a:p>
      </dgm:t>
    </dgm:pt>
    <dgm:pt modelId="{F1C4745C-18A8-4BDA-9FB2-05BC40046155}" type="sibTrans" cxnId="{2521DD7C-909A-483D-9182-15BBF014B6E0}">
      <dgm:prSet/>
      <dgm:spPr/>
      <dgm:t>
        <a:bodyPr/>
        <a:lstStyle/>
        <a:p>
          <a:endParaRPr lang="en-US"/>
        </a:p>
      </dgm:t>
    </dgm:pt>
    <dgm:pt modelId="{308D06E9-E44B-485A-81F5-D3381FCDF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Cognitive load</a:t>
          </a:r>
        </a:p>
      </dgm:t>
    </dgm:pt>
    <dgm:pt modelId="{1A54096E-9D33-4C79-9984-62C86BD1111D}" type="parTrans" cxnId="{298BF907-F7FB-4B95-B06B-AA686C3792A6}">
      <dgm:prSet/>
      <dgm:spPr/>
      <dgm:t>
        <a:bodyPr/>
        <a:lstStyle/>
        <a:p>
          <a:endParaRPr lang="en-US"/>
        </a:p>
      </dgm:t>
    </dgm:pt>
    <dgm:pt modelId="{BF0C27CD-88F3-49C9-863C-F938468166E5}" type="sibTrans" cxnId="{298BF907-F7FB-4B95-B06B-AA686C3792A6}">
      <dgm:prSet/>
      <dgm:spPr/>
      <dgm:t>
        <a:bodyPr/>
        <a:lstStyle/>
        <a:p>
          <a:endParaRPr lang="en-US"/>
        </a:p>
      </dgm:t>
    </dgm:pt>
    <dgm:pt modelId="{0D91B36D-497B-4369-843C-EFC500E066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Organizational</a:t>
          </a:r>
        </a:p>
      </dgm:t>
    </dgm:pt>
    <dgm:pt modelId="{9F206130-324B-4489-9DFE-71F2974BC0C9}" type="parTrans" cxnId="{2E1FC0E2-6F68-48A4-8238-1C12BE71EE60}">
      <dgm:prSet/>
      <dgm:spPr/>
      <dgm:t>
        <a:bodyPr/>
        <a:lstStyle/>
        <a:p>
          <a:endParaRPr lang="en-US"/>
        </a:p>
      </dgm:t>
    </dgm:pt>
    <dgm:pt modelId="{9AF38289-0544-453B-BF61-C33221A1C035}" type="sibTrans" cxnId="{2E1FC0E2-6F68-48A4-8238-1C12BE71EE60}">
      <dgm:prSet/>
      <dgm:spPr/>
      <dgm:t>
        <a:bodyPr/>
        <a:lstStyle/>
        <a:p>
          <a:endParaRPr lang="en-US"/>
        </a:p>
      </dgm:t>
    </dgm:pt>
    <dgm:pt modelId="{5B2E67DA-D396-4150-96C3-5AA6EE854A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Return on investment</a:t>
          </a:r>
        </a:p>
      </dgm:t>
    </dgm:pt>
    <dgm:pt modelId="{38303F0D-5C29-48D2-9055-13F50443582F}" type="parTrans" cxnId="{3C1688FE-33A9-465D-B5B4-135BCA4859CC}">
      <dgm:prSet/>
      <dgm:spPr/>
      <dgm:t>
        <a:bodyPr/>
        <a:lstStyle/>
        <a:p>
          <a:endParaRPr lang="en-US"/>
        </a:p>
      </dgm:t>
    </dgm:pt>
    <dgm:pt modelId="{BA81E77A-F29E-4D49-9341-526B44CB7EE6}" type="sibTrans" cxnId="{3C1688FE-33A9-465D-B5B4-135BCA4859CC}">
      <dgm:prSet/>
      <dgm:spPr/>
      <dgm:t>
        <a:bodyPr/>
        <a:lstStyle/>
        <a:p>
          <a:endParaRPr lang="en-US"/>
        </a:p>
      </dgm:t>
    </dgm:pt>
    <dgm:pt modelId="{C30E74FF-56FD-4998-A8FE-C079F89A5E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Collaboration efficiency</a:t>
          </a:r>
        </a:p>
        <a:p>
          <a:pPr>
            <a:lnSpc>
              <a:spcPct val="100000"/>
            </a:lnSpc>
          </a:pPr>
          <a:r>
            <a:rPr lang="en-US" dirty="0"/>
            <a:t>Process improvement</a:t>
          </a:r>
        </a:p>
        <a:p>
          <a:pPr>
            <a:lnSpc>
              <a:spcPct val="100000"/>
            </a:lnSpc>
          </a:pPr>
          <a:r>
            <a:rPr lang="en-US" dirty="0"/>
            <a:t>User engagement</a:t>
          </a:r>
        </a:p>
      </dgm:t>
    </dgm:pt>
    <dgm:pt modelId="{4BCEFA47-4C26-4AB6-A484-82A21A7C84A1}" type="parTrans" cxnId="{256CE9E2-D0FE-4853-9565-49654283958C}">
      <dgm:prSet/>
      <dgm:spPr/>
      <dgm:t>
        <a:bodyPr/>
        <a:lstStyle/>
        <a:p>
          <a:endParaRPr lang="en-US"/>
        </a:p>
      </dgm:t>
    </dgm:pt>
    <dgm:pt modelId="{A6BDD5E4-0D28-4279-8944-473B98A9940B}" type="sibTrans" cxnId="{256CE9E2-D0FE-4853-9565-49654283958C}">
      <dgm:prSet/>
      <dgm:spPr/>
      <dgm:t>
        <a:bodyPr/>
        <a:lstStyle/>
        <a:p>
          <a:endParaRPr lang="en-US"/>
        </a:p>
      </dgm:t>
    </dgm:pt>
    <dgm:pt modelId="{4765B524-D38C-4351-9E73-093902CC7B0E}" type="pres">
      <dgm:prSet presAssocID="{AF329ACC-314A-4A31-AA9E-E99D727E206B}" presName="root" presStyleCnt="0">
        <dgm:presLayoutVars>
          <dgm:dir/>
          <dgm:resizeHandles val="exact"/>
        </dgm:presLayoutVars>
      </dgm:prSet>
      <dgm:spPr/>
    </dgm:pt>
    <dgm:pt modelId="{459D01FA-3C71-4D3A-8E40-8906DFC057D3}" type="pres">
      <dgm:prSet presAssocID="{C0B30D72-AF2A-469B-A5E7-82A4748EA637}" presName="compNode" presStyleCnt="0"/>
      <dgm:spPr/>
    </dgm:pt>
    <dgm:pt modelId="{0DD7A837-2A06-44A1-9195-1FAA3ECB5566}" type="pres">
      <dgm:prSet presAssocID="{C0B30D72-AF2A-469B-A5E7-82A4748EA63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2F5F283-A41F-4157-972C-C4F7CF8EB5CE}" type="pres">
      <dgm:prSet presAssocID="{C0B30D72-AF2A-469B-A5E7-82A4748EA637}" presName="iconSpace" presStyleCnt="0"/>
      <dgm:spPr/>
    </dgm:pt>
    <dgm:pt modelId="{D9B4C78E-A8C9-4EBE-8720-6516C56BBC4C}" type="pres">
      <dgm:prSet presAssocID="{C0B30D72-AF2A-469B-A5E7-82A4748EA637}" presName="parTx" presStyleLbl="revTx" presStyleIdx="0" presStyleCnt="8">
        <dgm:presLayoutVars>
          <dgm:chMax val="0"/>
          <dgm:chPref val="0"/>
        </dgm:presLayoutVars>
      </dgm:prSet>
      <dgm:spPr/>
    </dgm:pt>
    <dgm:pt modelId="{A7350C1A-DB71-49B8-B168-55C6FC9D9A27}" type="pres">
      <dgm:prSet presAssocID="{C0B30D72-AF2A-469B-A5E7-82A4748EA637}" presName="txSpace" presStyleCnt="0"/>
      <dgm:spPr/>
    </dgm:pt>
    <dgm:pt modelId="{CFDEE9E0-1C6A-44E1-92EC-4AA4BAAE94FB}" type="pres">
      <dgm:prSet presAssocID="{C0B30D72-AF2A-469B-A5E7-82A4748EA637}" presName="desTx" presStyleLbl="revTx" presStyleIdx="1" presStyleCnt="8">
        <dgm:presLayoutVars/>
      </dgm:prSet>
      <dgm:spPr/>
    </dgm:pt>
    <dgm:pt modelId="{CF1B03D5-99D4-4060-9ECF-E6EF2746B6E7}" type="pres">
      <dgm:prSet presAssocID="{F487862D-5969-4694-8138-82240DA32BD8}" presName="sibTrans" presStyleCnt="0"/>
      <dgm:spPr/>
    </dgm:pt>
    <dgm:pt modelId="{888F3F6A-AC58-4B43-8507-EEC2EB7D828F}" type="pres">
      <dgm:prSet presAssocID="{EB72E92D-481F-4EF8-A51A-36AC7F90F9D6}" presName="compNode" presStyleCnt="0"/>
      <dgm:spPr/>
    </dgm:pt>
    <dgm:pt modelId="{1709D1FB-97E4-4CB9-8D19-72AA519A41C4}" type="pres">
      <dgm:prSet presAssocID="{EB72E92D-481F-4EF8-A51A-36AC7F90F9D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285FC55-E180-4ECC-BAF2-8A6711552099}" type="pres">
      <dgm:prSet presAssocID="{EB72E92D-481F-4EF8-A51A-36AC7F90F9D6}" presName="iconSpace" presStyleCnt="0"/>
      <dgm:spPr/>
    </dgm:pt>
    <dgm:pt modelId="{F4730BC3-18DD-4DDC-BEB6-5B8BA64B5BA2}" type="pres">
      <dgm:prSet presAssocID="{EB72E92D-481F-4EF8-A51A-36AC7F90F9D6}" presName="parTx" presStyleLbl="revTx" presStyleIdx="2" presStyleCnt="8">
        <dgm:presLayoutVars>
          <dgm:chMax val="0"/>
          <dgm:chPref val="0"/>
        </dgm:presLayoutVars>
      </dgm:prSet>
      <dgm:spPr/>
    </dgm:pt>
    <dgm:pt modelId="{43F79BCE-1E06-4B22-A026-73C21F84D327}" type="pres">
      <dgm:prSet presAssocID="{EB72E92D-481F-4EF8-A51A-36AC7F90F9D6}" presName="txSpace" presStyleCnt="0"/>
      <dgm:spPr/>
    </dgm:pt>
    <dgm:pt modelId="{671978C3-A77C-4EF6-8BBE-6E5010D0DB05}" type="pres">
      <dgm:prSet presAssocID="{EB72E92D-481F-4EF8-A51A-36AC7F90F9D6}" presName="desTx" presStyleLbl="revTx" presStyleIdx="3" presStyleCnt="8">
        <dgm:presLayoutVars/>
      </dgm:prSet>
      <dgm:spPr/>
    </dgm:pt>
    <dgm:pt modelId="{19F5CF70-4DC7-44DC-9F29-2552A7CA8C6D}" type="pres">
      <dgm:prSet presAssocID="{48946C71-94AB-43B2-BA68-B0E699F9D3B6}" presName="sibTrans" presStyleCnt="0"/>
      <dgm:spPr/>
    </dgm:pt>
    <dgm:pt modelId="{D91A5ACE-4FFA-4934-8C4F-31EC73B4E5A1}" type="pres">
      <dgm:prSet presAssocID="{662DDD97-F4F7-4164-99ED-AB040F90EA74}" presName="compNode" presStyleCnt="0"/>
      <dgm:spPr/>
    </dgm:pt>
    <dgm:pt modelId="{07DE81C2-CD95-40DD-A2EB-BB79623BB76C}" type="pres">
      <dgm:prSet presAssocID="{662DDD97-F4F7-4164-99ED-AB040F90EA7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7A7D5BC-3EAC-490A-A36C-98E51411C417}" type="pres">
      <dgm:prSet presAssocID="{662DDD97-F4F7-4164-99ED-AB040F90EA74}" presName="iconSpace" presStyleCnt="0"/>
      <dgm:spPr/>
    </dgm:pt>
    <dgm:pt modelId="{B8D1AA19-7253-4110-A6D8-A89D8895A3CB}" type="pres">
      <dgm:prSet presAssocID="{662DDD97-F4F7-4164-99ED-AB040F90EA74}" presName="parTx" presStyleLbl="revTx" presStyleIdx="4" presStyleCnt="8">
        <dgm:presLayoutVars>
          <dgm:chMax val="0"/>
          <dgm:chPref val="0"/>
        </dgm:presLayoutVars>
      </dgm:prSet>
      <dgm:spPr/>
    </dgm:pt>
    <dgm:pt modelId="{8104380F-A404-4186-ADD3-2BBCAA72381A}" type="pres">
      <dgm:prSet presAssocID="{662DDD97-F4F7-4164-99ED-AB040F90EA74}" presName="txSpace" presStyleCnt="0"/>
      <dgm:spPr/>
    </dgm:pt>
    <dgm:pt modelId="{FE7B40BE-EB8B-4EDE-8A22-6147C7AC7560}" type="pres">
      <dgm:prSet presAssocID="{662DDD97-F4F7-4164-99ED-AB040F90EA74}" presName="desTx" presStyleLbl="revTx" presStyleIdx="5" presStyleCnt="8">
        <dgm:presLayoutVars/>
      </dgm:prSet>
      <dgm:spPr/>
    </dgm:pt>
    <dgm:pt modelId="{5C88762D-CE21-411F-8370-C701435FA2DA}" type="pres">
      <dgm:prSet presAssocID="{95FF9178-0749-476D-AF98-67F46637AA4E}" presName="sibTrans" presStyleCnt="0"/>
      <dgm:spPr/>
    </dgm:pt>
    <dgm:pt modelId="{5F54F14F-F9E1-4E61-BF28-E182B7FE1791}" type="pres">
      <dgm:prSet presAssocID="{0D91B36D-497B-4369-843C-EFC500E066C6}" presName="compNode" presStyleCnt="0"/>
      <dgm:spPr/>
    </dgm:pt>
    <dgm:pt modelId="{CCB36A2D-D85B-41D9-BEBE-38DDF37742BF}" type="pres">
      <dgm:prSet presAssocID="{0D91B36D-497B-4369-843C-EFC500E066C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BEB4B55-D6C7-4575-B734-6B58E8595560}" type="pres">
      <dgm:prSet presAssocID="{0D91B36D-497B-4369-843C-EFC500E066C6}" presName="iconSpace" presStyleCnt="0"/>
      <dgm:spPr/>
    </dgm:pt>
    <dgm:pt modelId="{640F52CB-9F8B-4712-8832-02571969D9E9}" type="pres">
      <dgm:prSet presAssocID="{0D91B36D-497B-4369-843C-EFC500E066C6}" presName="parTx" presStyleLbl="revTx" presStyleIdx="6" presStyleCnt="8">
        <dgm:presLayoutVars>
          <dgm:chMax val="0"/>
          <dgm:chPref val="0"/>
        </dgm:presLayoutVars>
      </dgm:prSet>
      <dgm:spPr/>
    </dgm:pt>
    <dgm:pt modelId="{697E6B19-439A-4F48-AB4C-5ABA00E401A5}" type="pres">
      <dgm:prSet presAssocID="{0D91B36D-497B-4369-843C-EFC500E066C6}" presName="txSpace" presStyleCnt="0"/>
      <dgm:spPr/>
    </dgm:pt>
    <dgm:pt modelId="{9BF2282C-8BF1-4FDC-8EE5-E8A0BE91D688}" type="pres">
      <dgm:prSet presAssocID="{0D91B36D-497B-4369-843C-EFC500E066C6}" presName="desTx" presStyleLbl="revTx" presStyleIdx="7" presStyleCnt="8">
        <dgm:presLayoutVars/>
      </dgm:prSet>
      <dgm:spPr/>
    </dgm:pt>
  </dgm:ptLst>
  <dgm:cxnLst>
    <dgm:cxn modelId="{298BF907-F7FB-4B95-B06B-AA686C3792A6}" srcId="{662DDD97-F4F7-4164-99ED-AB040F90EA74}" destId="{308D06E9-E44B-485A-81F5-D3381FCDF869}" srcOrd="1" destOrd="0" parTransId="{1A54096E-9D33-4C79-9984-62C86BD1111D}" sibTransId="{BF0C27CD-88F3-49C9-863C-F938468166E5}"/>
    <dgm:cxn modelId="{C650EF11-26F6-4C7D-A25E-7940C3AEF49D}" srcId="{EB72E92D-481F-4EF8-A51A-36AC7F90F9D6}" destId="{5FB8BEDC-2C79-4288-972F-F42371381B8D}" srcOrd="3" destOrd="0" parTransId="{BDF05ABE-8B34-4845-96ED-55EDD5D86F6C}" sibTransId="{22943FF3-96EA-4669-852D-911512B96BF2}"/>
    <dgm:cxn modelId="{B13E3423-15AF-4E4D-AF00-0F3B401AEEDF}" type="presOf" srcId="{66CF3B3A-ED06-42EA-93EE-FCCA9729E4E9}" destId="{CFDEE9E0-1C6A-44E1-92EC-4AA4BAAE94FB}" srcOrd="0" destOrd="1" presId="urn:microsoft.com/office/officeart/2018/5/layout/CenteredIconLabelDescriptionList"/>
    <dgm:cxn modelId="{9A500F2C-BAFA-4770-937D-B8C99DC56AC1}" type="presOf" srcId="{662DDD97-F4F7-4164-99ED-AB040F90EA74}" destId="{B8D1AA19-7253-4110-A6D8-A89D8895A3CB}" srcOrd="0" destOrd="0" presId="urn:microsoft.com/office/officeart/2018/5/layout/CenteredIconLabelDescriptionList"/>
    <dgm:cxn modelId="{DAA28A37-5460-4507-ABAD-D6BCA8563F4F}" type="presOf" srcId="{5FB8BEDC-2C79-4288-972F-F42371381B8D}" destId="{671978C3-A77C-4EF6-8BBE-6E5010D0DB05}" srcOrd="0" destOrd="3" presId="urn:microsoft.com/office/officeart/2018/5/layout/CenteredIconLabelDescriptionList"/>
    <dgm:cxn modelId="{6D1D4D38-A885-4EEB-A842-3437FE3A9000}" type="presOf" srcId="{308D06E9-E44B-485A-81F5-D3381FCDF869}" destId="{FE7B40BE-EB8B-4EDE-8A22-6147C7AC7560}" srcOrd="0" destOrd="1" presId="urn:microsoft.com/office/officeart/2018/5/layout/CenteredIconLabelDescriptionList"/>
    <dgm:cxn modelId="{AE467A3D-B503-48E8-BD72-F6F762FBB201}" type="presOf" srcId="{C30E74FF-56FD-4998-A8FE-C079F89A5E82}" destId="{9BF2282C-8BF1-4FDC-8EE5-E8A0BE91D688}" srcOrd="0" destOrd="1" presId="urn:microsoft.com/office/officeart/2018/5/layout/CenteredIconLabelDescriptionList"/>
    <dgm:cxn modelId="{01723E5E-C955-4A7C-B2F4-D76F3DE762AD}" type="presOf" srcId="{085F5281-1860-4A15-A0AE-5A0A35E39A7C}" destId="{FE7B40BE-EB8B-4EDE-8A22-6147C7AC7560}" srcOrd="0" destOrd="0" presId="urn:microsoft.com/office/officeart/2018/5/layout/CenteredIconLabelDescriptionList"/>
    <dgm:cxn modelId="{706E3560-6ACB-4DAE-98FF-DCC8BCBCAEBC}" srcId="{EB72E92D-481F-4EF8-A51A-36AC7F90F9D6}" destId="{0B07BECA-2357-4F8E-957B-07C81908BB67}" srcOrd="0" destOrd="0" parTransId="{8EA66C85-DD34-4F64-ABAB-FEFA65D42117}" sibTransId="{F65E2292-008A-4118-B318-92661762EB0F}"/>
    <dgm:cxn modelId="{88AF0866-0739-4232-B902-57927EB1DB0A}" type="presOf" srcId="{0B07BECA-2357-4F8E-957B-07C81908BB67}" destId="{671978C3-A77C-4EF6-8BBE-6E5010D0DB05}" srcOrd="0" destOrd="0" presId="urn:microsoft.com/office/officeart/2018/5/layout/CenteredIconLabelDescriptionList"/>
    <dgm:cxn modelId="{8F6B4847-9038-4739-975C-43B873621663}" type="presOf" srcId="{AF329ACC-314A-4A31-AA9E-E99D727E206B}" destId="{4765B524-D38C-4351-9E73-093902CC7B0E}" srcOrd="0" destOrd="0" presId="urn:microsoft.com/office/officeart/2018/5/layout/CenteredIconLabelDescriptionList"/>
    <dgm:cxn modelId="{074BA667-768C-4BB2-A35C-5CFE961D414C}" type="presOf" srcId="{14B31BB2-B63C-4867-8C1A-10C81278DBF4}" destId="{671978C3-A77C-4EF6-8BBE-6E5010D0DB05}" srcOrd="0" destOrd="2" presId="urn:microsoft.com/office/officeart/2018/5/layout/CenteredIconLabelDescriptionList"/>
    <dgm:cxn modelId="{35C5E268-4C3F-471C-B369-6674E3EA715C}" srcId="{AF329ACC-314A-4A31-AA9E-E99D727E206B}" destId="{C0B30D72-AF2A-469B-A5E7-82A4748EA637}" srcOrd="0" destOrd="0" parTransId="{411B8D14-AB87-42C0-A647-CF7D6CFCBD0C}" sibTransId="{F487862D-5969-4694-8138-82240DA32BD8}"/>
    <dgm:cxn modelId="{70067049-78BD-479C-A2A4-A872C22A722D}" srcId="{EB72E92D-481F-4EF8-A51A-36AC7F90F9D6}" destId="{14B31BB2-B63C-4867-8C1A-10C81278DBF4}" srcOrd="2" destOrd="0" parTransId="{76A9EC99-C47D-4E47-A2DC-5B92E275382E}" sibTransId="{13990B3E-28FE-450A-BB89-A90E7A1099BD}"/>
    <dgm:cxn modelId="{723E9271-EDDE-4B59-A575-FD8658277C40}" type="presOf" srcId="{C0B30D72-AF2A-469B-A5E7-82A4748EA637}" destId="{D9B4C78E-A8C9-4EBE-8720-6516C56BBC4C}" srcOrd="0" destOrd="0" presId="urn:microsoft.com/office/officeart/2018/5/layout/CenteredIconLabelDescriptionList"/>
    <dgm:cxn modelId="{3C3F4952-03EF-4907-9239-88B5AB9A4F35}" type="presOf" srcId="{F3C3DD84-ACCB-463D-AE5C-E78F389D0D51}" destId="{671978C3-A77C-4EF6-8BBE-6E5010D0DB05}" srcOrd="0" destOrd="1" presId="urn:microsoft.com/office/officeart/2018/5/layout/CenteredIconLabelDescriptionList"/>
    <dgm:cxn modelId="{2521DD7C-909A-483D-9182-15BBF014B6E0}" srcId="{662DDD97-F4F7-4164-99ED-AB040F90EA74}" destId="{085F5281-1860-4A15-A0AE-5A0A35E39A7C}" srcOrd="0" destOrd="0" parTransId="{F5F1C022-59B9-4C73-892E-F1DDA97D3B84}" sibTransId="{F1C4745C-18A8-4BDA-9FB2-05BC40046155}"/>
    <dgm:cxn modelId="{3B8AC789-C154-4863-86B4-92E78CB4E93D}" srcId="{AF329ACC-314A-4A31-AA9E-E99D727E206B}" destId="{EB72E92D-481F-4EF8-A51A-36AC7F90F9D6}" srcOrd="1" destOrd="0" parTransId="{21275E5D-6F97-4F94-9557-7436000295A6}" sibTransId="{48946C71-94AB-43B2-BA68-B0E699F9D3B6}"/>
    <dgm:cxn modelId="{67892B8D-B4E2-4186-A2E7-9EE223C19AD4}" srcId="{C0B30D72-AF2A-469B-A5E7-82A4748EA637}" destId="{1D796694-7086-4ECA-8FE5-902AF30FDFB6}" srcOrd="0" destOrd="0" parTransId="{596F9828-404D-4FB4-B4C9-2F23EF2F796F}" sibTransId="{D9130DDF-4F41-4D22-9DBC-F583F1F5A488}"/>
    <dgm:cxn modelId="{70ABF2A1-CEE4-47A8-96CC-910FF634C481}" srcId="{AF329ACC-314A-4A31-AA9E-E99D727E206B}" destId="{662DDD97-F4F7-4164-99ED-AB040F90EA74}" srcOrd="2" destOrd="0" parTransId="{8D457963-ACCB-45CE-A390-72DED01C36AB}" sibTransId="{95FF9178-0749-476D-AF98-67F46637AA4E}"/>
    <dgm:cxn modelId="{14EC38A6-F580-4731-8C4E-3F87D6DEDB70}" type="presOf" srcId="{5B2E67DA-D396-4150-96C3-5AA6EE854A32}" destId="{9BF2282C-8BF1-4FDC-8EE5-E8A0BE91D688}" srcOrd="0" destOrd="0" presId="urn:microsoft.com/office/officeart/2018/5/layout/CenteredIconLabelDescriptionList"/>
    <dgm:cxn modelId="{46D930D8-F251-41C9-B6C7-A55FB2426582}" type="presOf" srcId="{0D91B36D-497B-4369-843C-EFC500E066C6}" destId="{640F52CB-9F8B-4712-8832-02571969D9E9}" srcOrd="0" destOrd="0" presId="urn:microsoft.com/office/officeart/2018/5/layout/CenteredIconLabelDescriptionList"/>
    <dgm:cxn modelId="{2E1FC0E2-6F68-48A4-8238-1C12BE71EE60}" srcId="{AF329ACC-314A-4A31-AA9E-E99D727E206B}" destId="{0D91B36D-497B-4369-843C-EFC500E066C6}" srcOrd="3" destOrd="0" parTransId="{9F206130-324B-4489-9DFE-71F2974BC0C9}" sibTransId="{9AF38289-0544-453B-BF61-C33221A1C035}"/>
    <dgm:cxn modelId="{256CE9E2-D0FE-4853-9565-49654283958C}" srcId="{0D91B36D-497B-4369-843C-EFC500E066C6}" destId="{C30E74FF-56FD-4998-A8FE-C079F89A5E82}" srcOrd="1" destOrd="0" parTransId="{4BCEFA47-4C26-4AB6-A484-82A21A7C84A1}" sibTransId="{A6BDD5E4-0D28-4279-8944-473B98A9940B}"/>
    <dgm:cxn modelId="{941AC9E3-6C79-4147-829B-6D2C071882BD}" srcId="{EB72E92D-481F-4EF8-A51A-36AC7F90F9D6}" destId="{F3C3DD84-ACCB-463D-AE5C-E78F389D0D51}" srcOrd="1" destOrd="0" parTransId="{8697A110-50CB-4696-A516-D458F0918AA5}" sibTransId="{CBFF75A9-677D-4442-8A03-6716E5CEB3A3}"/>
    <dgm:cxn modelId="{285484F3-7C41-4A16-A020-AC7D74135E55}" type="presOf" srcId="{1D796694-7086-4ECA-8FE5-902AF30FDFB6}" destId="{CFDEE9E0-1C6A-44E1-92EC-4AA4BAAE94FB}" srcOrd="0" destOrd="0" presId="urn:microsoft.com/office/officeart/2018/5/layout/CenteredIconLabelDescriptionList"/>
    <dgm:cxn modelId="{754C62F7-6465-432D-97FA-E5A0B277E19B}" type="presOf" srcId="{EB72E92D-481F-4EF8-A51A-36AC7F90F9D6}" destId="{F4730BC3-18DD-4DDC-BEB6-5B8BA64B5BA2}" srcOrd="0" destOrd="0" presId="urn:microsoft.com/office/officeart/2018/5/layout/CenteredIconLabelDescriptionList"/>
    <dgm:cxn modelId="{C4C4DAFD-C4AE-4F28-934D-B0BDEB27D900}" srcId="{C0B30D72-AF2A-469B-A5E7-82A4748EA637}" destId="{66CF3B3A-ED06-42EA-93EE-FCCA9729E4E9}" srcOrd="1" destOrd="0" parTransId="{E5090D0B-E70F-4C2F-BA89-F3EE805E4D0A}" sibTransId="{DB49263E-2E4F-425D-B3AA-7D897A7848E3}"/>
    <dgm:cxn modelId="{3C1688FE-33A9-465D-B5B4-135BCA4859CC}" srcId="{0D91B36D-497B-4369-843C-EFC500E066C6}" destId="{5B2E67DA-D396-4150-96C3-5AA6EE854A32}" srcOrd="0" destOrd="0" parTransId="{38303F0D-5C29-48D2-9055-13F50443582F}" sibTransId="{BA81E77A-F29E-4D49-9341-526B44CB7EE6}"/>
    <dgm:cxn modelId="{0BFE7165-05C9-4515-9BE5-F0C3B8912759}" type="presParOf" srcId="{4765B524-D38C-4351-9E73-093902CC7B0E}" destId="{459D01FA-3C71-4D3A-8E40-8906DFC057D3}" srcOrd="0" destOrd="0" presId="urn:microsoft.com/office/officeart/2018/5/layout/CenteredIconLabelDescriptionList"/>
    <dgm:cxn modelId="{6C96F19D-F847-4B50-BD7D-54A41221A50A}" type="presParOf" srcId="{459D01FA-3C71-4D3A-8E40-8906DFC057D3}" destId="{0DD7A837-2A06-44A1-9195-1FAA3ECB5566}" srcOrd="0" destOrd="0" presId="urn:microsoft.com/office/officeart/2018/5/layout/CenteredIconLabelDescriptionList"/>
    <dgm:cxn modelId="{80FF37E3-82BE-4777-9757-935B9E521B4E}" type="presParOf" srcId="{459D01FA-3C71-4D3A-8E40-8906DFC057D3}" destId="{92F5F283-A41F-4157-972C-C4F7CF8EB5CE}" srcOrd="1" destOrd="0" presId="urn:microsoft.com/office/officeart/2018/5/layout/CenteredIconLabelDescriptionList"/>
    <dgm:cxn modelId="{32EE5A0E-AEBE-4892-B84F-1FADEB4C3E5F}" type="presParOf" srcId="{459D01FA-3C71-4D3A-8E40-8906DFC057D3}" destId="{D9B4C78E-A8C9-4EBE-8720-6516C56BBC4C}" srcOrd="2" destOrd="0" presId="urn:microsoft.com/office/officeart/2018/5/layout/CenteredIconLabelDescriptionList"/>
    <dgm:cxn modelId="{44ADD354-505D-45D2-BB4D-028794183F0A}" type="presParOf" srcId="{459D01FA-3C71-4D3A-8E40-8906DFC057D3}" destId="{A7350C1A-DB71-49B8-B168-55C6FC9D9A27}" srcOrd="3" destOrd="0" presId="urn:microsoft.com/office/officeart/2018/5/layout/CenteredIconLabelDescriptionList"/>
    <dgm:cxn modelId="{B280309D-93E0-4BF9-96B3-2A646FC5F345}" type="presParOf" srcId="{459D01FA-3C71-4D3A-8E40-8906DFC057D3}" destId="{CFDEE9E0-1C6A-44E1-92EC-4AA4BAAE94FB}" srcOrd="4" destOrd="0" presId="urn:microsoft.com/office/officeart/2018/5/layout/CenteredIconLabelDescriptionList"/>
    <dgm:cxn modelId="{1B9E5D17-C3E9-45D4-A635-BB27BD6B8DFB}" type="presParOf" srcId="{4765B524-D38C-4351-9E73-093902CC7B0E}" destId="{CF1B03D5-99D4-4060-9ECF-E6EF2746B6E7}" srcOrd="1" destOrd="0" presId="urn:microsoft.com/office/officeart/2018/5/layout/CenteredIconLabelDescriptionList"/>
    <dgm:cxn modelId="{9EC8209C-3138-465E-B629-04C9E0C1EC9C}" type="presParOf" srcId="{4765B524-D38C-4351-9E73-093902CC7B0E}" destId="{888F3F6A-AC58-4B43-8507-EEC2EB7D828F}" srcOrd="2" destOrd="0" presId="urn:microsoft.com/office/officeart/2018/5/layout/CenteredIconLabelDescriptionList"/>
    <dgm:cxn modelId="{9D3CE3BE-8C36-4A46-B845-2DA3E5FF48AE}" type="presParOf" srcId="{888F3F6A-AC58-4B43-8507-EEC2EB7D828F}" destId="{1709D1FB-97E4-4CB9-8D19-72AA519A41C4}" srcOrd="0" destOrd="0" presId="urn:microsoft.com/office/officeart/2018/5/layout/CenteredIconLabelDescriptionList"/>
    <dgm:cxn modelId="{3DA4F225-1398-4DB5-B77D-CE3E2C55085F}" type="presParOf" srcId="{888F3F6A-AC58-4B43-8507-EEC2EB7D828F}" destId="{B285FC55-E180-4ECC-BAF2-8A6711552099}" srcOrd="1" destOrd="0" presId="urn:microsoft.com/office/officeart/2018/5/layout/CenteredIconLabelDescriptionList"/>
    <dgm:cxn modelId="{9D56E880-E2F4-41DC-AB24-1A2BF3F24A7A}" type="presParOf" srcId="{888F3F6A-AC58-4B43-8507-EEC2EB7D828F}" destId="{F4730BC3-18DD-4DDC-BEB6-5B8BA64B5BA2}" srcOrd="2" destOrd="0" presId="urn:microsoft.com/office/officeart/2018/5/layout/CenteredIconLabelDescriptionList"/>
    <dgm:cxn modelId="{BC70E49A-C82F-44CA-812C-5F32B6EBD6CE}" type="presParOf" srcId="{888F3F6A-AC58-4B43-8507-EEC2EB7D828F}" destId="{43F79BCE-1E06-4B22-A026-73C21F84D327}" srcOrd="3" destOrd="0" presId="urn:microsoft.com/office/officeart/2018/5/layout/CenteredIconLabelDescriptionList"/>
    <dgm:cxn modelId="{70A7E753-F2D0-4577-9042-071317F0F6E4}" type="presParOf" srcId="{888F3F6A-AC58-4B43-8507-EEC2EB7D828F}" destId="{671978C3-A77C-4EF6-8BBE-6E5010D0DB05}" srcOrd="4" destOrd="0" presId="urn:microsoft.com/office/officeart/2018/5/layout/CenteredIconLabelDescriptionList"/>
    <dgm:cxn modelId="{8A88F9D0-00FD-4144-AC85-A1AD665A8079}" type="presParOf" srcId="{4765B524-D38C-4351-9E73-093902CC7B0E}" destId="{19F5CF70-4DC7-44DC-9F29-2552A7CA8C6D}" srcOrd="3" destOrd="0" presId="urn:microsoft.com/office/officeart/2018/5/layout/CenteredIconLabelDescriptionList"/>
    <dgm:cxn modelId="{4BD6A923-71C4-4209-BD8F-323C6739876E}" type="presParOf" srcId="{4765B524-D38C-4351-9E73-093902CC7B0E}" destId="{D91A5ACE-4FFA-4934-8C4F-31EC73B4E5A1}" srcOrd="4" destOrd="0" presId="urn:microsoft.com/office/officeart/2018/5/layout/CenteredIconLabelDescriptionList"/>
    <dgm:cxn modelId="{1A7BF47E-8DB7-41DB-ABA8-5DDD0E99DED6}" type="presParOf" srcId="{D91A5ACE-4FFA-4934-8C4F-31EC73B4E5A1}" destId="{07DE81C2-CD95-40DD-A2EB-BB79623BB76C}" srcOrd="0" destOrd="0" presId="urn:microsoft.com/office/officeart/2018/5/layout/CenteredIconLabelDescriptionList"/>
    <dgm:cxn modelId="{7E0A2241-40C2-4714-B8F3-1659B6D4E988}" type="presParOf" srcId="{D91A5ACE-4FFA-4934-8C4F-31EC73B4E5A1}" destId="{57A7D5BC-3EAC-490A-A36C-98E51411C417}" srcOrd="1" destOrd="0" presId="urn:microsoft.com/office/officeart/2018/5/layout/CenteredIconLabelDescriptionList"/>
    <dgm:cxn modelId="{70326604-A67C-4927-A344-326B9FA1A7FE}" type="presParOf" srcId="{D91A5ACE-4FFA-4934-8C4F-31EC73B4E5A1}" destId="{B8D1AA19-7253-4110-A6D8-A89D8895A3CB}" srcOrd="2" destOrd="0" presId="urn:microsoft.com/office/officeart/2018/5/layout/CenteredIconLabelDescriptionList"/>
    <dgm:cxn modelId="{7ADBFBAA-51F5-4DE1-AB50-E42374C64E67}" type="presParOf" srcId="{D91A5ACE-4FFA-4934-8C4F-31EC73B4E5A1}" destId="{8104380F-A404-4186-ADD3-2BBCAA72381A}" srcOrd="3" destOrd="0" presId="urn:microsoft.com/office/officeart/2018/5/layout/CenteredIconLabelDescriptionList"/>
    <dgm:cxn modelId="{97D0B0BE-5D6A-47E7-8FA4-B0A9447BB103}" type="presParOf" srcId="{D91A5ACE-4FFA-4934-8C4F-31EC73B4E5A1}" destId="{FE7B40BE-EB8B-4EDE-8A22-6147C7AC7560}" srcOrd="4" destOrd="0" presId="urn:microsoft.com/office/officeart/2018/5/layout/CenteredIconLabelDescriptionList"/>
    <dgm:cxn modelId="{E88A6DD6-704C-47A7-BCB2-9BC3C6257CE7}" type="presParOf" srcId="{4765B524-D38C-4351-9E73-093902CC7B0E}" destId="{5C88762D-CE21-411F-8370-C701435FA2DA}" srcOrd="5" destOrd="0" presId="urn:microsoft.com/office/officeart/2018/5/layout/CenteredIconLabelDescriptionList"/>
    <dgm:cxn modelId="{D3703F97-6198-431B-B8CE-B483839A9008}" type="presParOf" srcId="{4765B524-D38C-4351-9E73-093902CC7B0E}" destId="{5F54F14F-F9E1-4E61-BF28-E182B7FE1791}" srcOrd="6" destOrd="0" presId="urn:microsoft.com/office/officeart/2018/5/layout/CenteredIconLabelDescriptionList"/>
    <dgm:cxn modelId="{24F0B886-D733-4965-84BF-023E53F8EC61}" type="presParOf" srcId="{5F54F14F-F9E1-4E61-BF28-E182B7FE1791}" destId="{CCB36A2D-D85B-41D9-BEBE-38DDF37742BF}" srcOrd="0" destOrd="0" presId="urn:microsoft.com/office/officeart/2018/5/layout/CenteredIconLabelDescriptionList"/>
    <dgm:cxn modelId="{38D38BBA-05EA-4C50-84AC-8A5BDC3AB47D}" type="presParOf" srcId="{5F54F14F-F9E1-4E61-BF28-E182B7FE1791}" destId="{4BEB4B55-D6C7-4575-B734-6B58E8595560}" srcOrd="1" destOrd="0" presId="urn:microsoft.com/office/officeart/2018/5/layout/CenteredIconLabelDescriptionList"/>
    <dgm:cxn modelId="{FADEF0AC-9D80-416E-9C8D-56DEF1BBA6B3}" type="presParOf" srcId="{5F54F14F-F9E1-4E61-BF28-E182B7FE1791}" destId="{640F52CB-9F8B-4712-8832-02571969D9E9}" srcOrd="2" destOrd="0" presId="urn:microsoft.com/office/officeart/2018/5/layout/CenteredIconLabelDescriptionList"/>
    <dgm:cxn modelId="{08B84975-EC04-4D15-BDCD-ECC63B73F1BC}" type="presParOf" srcId="{5F54F14F-F9E1-4E61-BF28-E182B7FE1791}" destId="{697E6B19-439A-4F48-AB4C-5ABA00E401A5}" srcOrd="3" destOrd="0" presId="urn:microsoft.com/office/officeart/2018/5/layout/CenteredIconLabelDescriptionList"/>
    <dgm:cxn modelId="{54B7E6E9-A002-4223-86FB-DCBC23DB7F71}" type="presParOf" srcId="{5F54F14F-F9E1-4E61-BF28-E182B7FE1791}" destId="{9BF2282C-8BF1-4FDC-8EE5-E8A0BE91D6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FCB10E8-F267-42E8-BA5B-0DF9D7CA688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D966EB-E9F5-432F-93E0-D5FF9FE68AFC}">
      <dgm:prSet/>
      <dgm:spPr/>
      <dgm:t>
        <a:bodyPr/>
        <a:lstStyle/>
        <a:p>
          <a:r>
            <a:rPr lang="en-US"/>
            <a:t>Quantitative analysis</a:t>
          </a:r>
        </a:p>
      </dgm:t>
    </dgm:pt>
    <dgm:pt modelId="{60AB0E29-3716-4769-A9A7-D6EFCB7EBC93}" type="parTrans" cxnId="{366B43B0-7810-459D-AE0A-DD244349D6DC}">
      <dgm:prSet/>
      <dgm:spPr/>
      <dgm:t>
        <a:bodyPr/>
        <a:lstStyle/>
        <a:p>
          <a:endParaRPr lang="en-US"/>
        </a:p>
      </dgm:t>
    </dgm:pt>
    <dgm:pt modelId="{7012AB66-0A97-448F-890F-F4A1009EE9FD}" type="sibTrans" cxnId="{366B43B0-7810-459D-AE0A-DD244349D6DC}">
      <dgm:prSet/>
      <dgm:spPr/>
      <dgm:t>
        <a:bodyPr/>
        <a:lstStyle/>
        <a:p>
          <a:endParaRPr lang="en-US"/>
        </a:p>
      </dgm:t>
    </dgm:pt>
    <dgm:pt modelId="{224C92D2-99F9-402B-81A3-35112628FA65}">
      <dgm:prSet/>
      <dgm:spPr/>
      <dgm:t>
        <a:bodyPr/>
        <a:lstStyle/>
        <a:p>
          <a:r>
            <a:rPr lang="en-US" dirty="0"/>
            <a:t>Descriptive statistics</a:t>
          </a:r>
        </a:p>
      </dgm:t>
    </dgm:pt>
    <dgm:pt modelId="{B1C59C1D-3388-4104-9944-6CB6E31F32B2}" type="parTrans" cxnId="{C0D1B363-6AA9-4B91-8E36-2C09D125997B}">
      <dgm:prSet/>
      <dgm:spPr/>
      <dgm:t>
        <a:bodyPr/>
        <a:lstStyle/>
        <a:p>
          <a:endParaRPr lang="en-US"/>
        </a:p>
      </dgm:t>
    </dgm:pt>
    <dgm:pt modelId="{769C84D8-F355-42E4-8BB9-4941CF63BFF4}" type="sibTrans" cxnId="{C0D1B363-6AA9-4B91-8E36-2C09D125997B}">
      <dgm:prSet/>
      <dgm:spPr/>
      <dgm:t>
        <a:bodyPr/>
        <a:lstStyle/>
        <a:p>
          <a:endParaRPr lang="en-US"/>
        </a:p>
      </dgm:t>
    </dgm:pt>
    <dgm:pt modelId="{682DF264-E779-4C5E-95CF-492CFAC5B42E}">
      <dgm:prSet/>
      <dgm:spPr/>
      <dgm:t>
        <a:bodyPr/>
        <a:lstStyle/>
        <a:p>
          <a:r>
            <a:rPr lang="en-US" dirty="0"/>
            <a:t>Distributional and validation checks (normality, reliability, …)</a:t>
          </a:r>
        </a:p>
      </dgm:t>
    </dgm:pt>
    <dgm:pt modelId="{75C80D33-8419-428C-A68A-C3714F759EA4}" type="parTrans" cxnId="{CC5AB1B3-C23B-415A-B55A-CD652D04D07B}">
      <dgm:prSet/>
      <dgm:spPr/>
      <dgm:t>
        <a:bodyPr/>
        <a:lstStyle/>
        <a:p>
          <a:endParaRPr lang="en-US"/>
        </a:p>
      </dgm:t>
    </dgm:pt>
    <dgm:pt modelId="{B4936D83-8CE9-4021-B44A-203774A3E957}" type="sibTrans" cxnId="{CC5AB1B3-C23B-415A-B55A-CD652D04D07B}">
      <dgm:prSet/>
      <dgm:spPr/>
      <dgm:t>
        <a:bodyPr/>
        <a:lstStyle/>
        <a:p>
          <a:endParaRPr lang="en-US"/>
        </a:p>
      </dgm:t>
    </dgm:pt>
    <dgm:pt modelId="{9BDF411D-0342-468B-8DE4-FF566B656B25}">
      <dgm:prSet/>
      <dgm:spPr/>
      <dgm:t>
        <a:bodyPr/>
        <a:lstStyle/>
        <a:p>
          <a:r>
            <a:rPr lang="en-US" dirty="0"/>
            <a:t>Model fitting (regression, time series, clustering, …)</a:t>
          </a:r>
        </a:p>
      </dgm:t>
    </dgm:pt>
    <dgm:pt modelId="{E474C1F4-6A69-4CAC-ACCA-CD2C6AC29DB0}" type="parTrans" cxnId="{68D9F55B-5C0C-4317-8AFF-8C2F02ED2E12}">
      <dgm:prSet/>
      <dgm:spPr/>
      <dgm:t>
        <a:bodyPr/>
        <a:lstStyle/>
        <a:p>
          <a:endParaRPr lang="en-US"/>
        </a:p>
      </dgm:t>
    </dgm:pt>
    <dgm:pt modelId="{DB2C843F-3702-4377-8C1E-8D6DAA6F4397}" type="sibTrans" cxnId="{68D9F55B-5C0C-4317-8AFF-8C2F02ED2E12}">
      <dgm:prSet/>
      <dgm:spPr/>
      <dgm:t>
        <a:bodyPr/>
        <a:lstStyle/>
        <a:p>
          <a:endParaRPr lang="en-US"/>
        </a:p>
      </dgm:t>
    </dgm:pt>
    <dgm:pt modelId="{77B7CC08-6A50-4832-B165-5060210F4428}">
      <dgm:prSet/>
      <dgm:spPr/>
      <dgm:t>
        <a:bodyPr/>
        <a:lstStyle/>
        <a:p>
          <a:r>
            <a:rPr lang="en-US" dirty="0"/>
            <a:t>Accuracy evaluation (precision, recall, …)</a:t>
          </a:r>
        </a:p>
      </dgm:t>
    </dgm:pt>
    <dgm:pt modelId="{09154E8B-C09E-48F9-98DD-05E5E1A137F0}" type="parTrans" cxnId="{B742E5F3-9645-41AF-96E8-CCD7E29A1685}">
      <dgm:prSet/>
      <dgm:spPr/>
      <dgm:t>
        <a:bodyPr/>
        <a:lstStyle/>
        <a:p>
          <a:endParaRPr lang="en-US"/>
        </a:p>
      </dgm:t>
    </dgm:pt>
    <dgm:pt modelId="{74BD04BC-A7CF-466B-8BD4-BC7E786652CE}" type="sibTrans" cxnId="{B742E5F3-9645-41AF-96E8-CCD7E29A1685}">
      <dgm:prSet/>
      <dgm:spPr/>
      <dgm:t>
        <a:bodyPr/>
        <a:lstStyle/>
        <a:p>
          <a:endParaRPr lang="en-US"/>
        </a:p>
      </dgm:t>
    </dgm:pt>
    <dgm:pt modelId="{F5ADC1D9-68CB-43DC-BF61-2EF78979BC78}">
      <dgm:prSet/>
      <dgm:spPr/>
      <dgm:t>
        <a:bodyPr/>
        <a:lstStyle/>
        <a:p>
          <a:r>
            <a:rPr lang="en-US"/>
            <a:t>Qualitative analysis</a:t>
          </a:r>
        </a:p>
      </dgm:t>
    </dgm:pt>
    <dgm:pt modelId="{7F28C089-0C78-4F74-94C0-379F4F434A23}" type="parTrans" cxnId="{174E2154-F23C-4A40-8C66-F3326703FC4D}">
      <dgm:prSet/>
      <dgm:spPr/>
      <dgm:t>
        <a:bodyPr/>
        <a:lstStyle/>
        <a:p>
          <a:endParaRPr lang="en-US"/>
        </a:p>
      </dgm:t>
    </dgm:pt>
    <dgm:pt modelId="{65FE9E4F-65AA-4B5A-8E7C-3724B3E97591}" type="sibTrans" cxnId="{174E2154-F23C-4A40-8C66-F3326703FC4D}">
      <dgm:prSet/>
      <dgm:spPr/>
      <dgm:t>
        <a:bodyPr/>
        <a:lstStyle/>
        <a:p>
          <a:endParaRPr lang="en-US"/>
        </a:p>
      </dgm:t>
    </dgm:pt>
    <dgm:pt modelId="{6F2AB167-1DDF-4EB7-BCE9-8EC63F1CB312}">
      <dgm:prSet/>
      <dgm:spPr/>
      <dgm:t>
        <a:bodyPr/>
        <a:lstStyle/>
        <a:p>
          <a:r>
            <a:rPr lang="en-US"/>
            <a:t>Grounded theory</a:t>
          </a:r>
        </a:p>
      </dgm:t>
    </dgm:pt>
    <dgm:pt modelId="{B3CF9D7C-5F47-45F4-A3F2-77CB49B85979}" type="parTrans" cxnId="{3989E46B-3227-488F-B74C-884FF363E513}">
      <dgm:prSet/>
      <dgm:spPr/>
      <dgm:t>
        <a:bodyPr/>
        <a:lstStyle/>
        <a:p>
          <a:endParaRPr lang="en-US"/>
        </a:p>
      </dgm:t>
    </dgm:pt>
    <dgm:pt modelId="{ABB036A5-192A-43FC-814B-F0ED03FC3163}" type="sibTrans" cxnId="{3989E46B-3227-488F-B74C-884FF363E513}">
      <dgm:prSet/>
      <dgm:spPr/>
      <dgm:t>
        <a:bodyPr/>
        <a:lstStyle/>
        <a:p>
          <a:endParaRPr lang="en-US"/>
        </a:p>
      </dgm:t>
    </dgm:pt>
    <dgm:pt modelId="{1DC69BF8-5E86-4744-8027-0DFAD586EB61}">
      <dgm:prSet/>
      <dgm:spPr/>
      <dgm:t>
        <a:bodyPr/>
        <a:lstStyle/>
        <a:p>
          <a:r>
            <a:rPr lang="en-US"/>
            <a:t>Thematic analysis</a:t>
          </a:r>
        </a:p>
      </dgm:t>
    </dgm:pt>
    <dgm:pt modelId="{DE79D2DA-7D3D-4E16-BE96-1C9AD7B8FD6D}" type="parTrans" cxnId="{1E3CFDC4-EDD1-4835-8F52-1886C5E22BA4}">
      <dgm:prSet/>
      <dgm:spPr/>
      <dgm:t>
        <a:bodyPr/>
        <a:lstStyle/>
        <a:p>
          <a:endParaRPr lang="en-US"/>
        </a:p>
      </dgm:t>
    </dgm:pt>
    <dgm:pt modelId="{F45EC6F7-54C2-4DAF-BC0A-E6E2280E65A6}" type="sibTrans" cxnId="{1E3CFDC4-EDD1-4835-8F52-1886C5E22BA4}">
      <dgm:prSet/>
      <dgm:spPr/>
      <dgm:t>
        <a:bodyPr/>
        <a:lstStyle/>
        <a:p>
          <a:endParaRPr lang="en-US"/>
        </a:p>
      </dgm:t>
    </dgm:pt>
    <dgm:pt modelId="{BE89AA23-1469-41B2-BC12-8CBBEBCA6A50}">
      <dgm:prSet/>
      <dgm:spPr/>
      <dgm:t>
        <a:bodyPr/>
        <a:lstStyle/>
        <a:p>
          <a:r>
            <a:rPr lang="en-US"/>
            <a:t>Qualitative coding</a:t>
          </a:r>
        </a:p>
      </dgm:t>
    </dgm:pt>
    <dgm:pt modelId="{336AA4E8-E5DB-43E5-85EF-EEA1C6357F18}" type="parTrans" cxnId="{91D5D35B-E9BF-4BE3-84AD-C9EE82C28228}">
      <dgm:prSet/>
      <dgm:spPr/>
      <dgm:t>
        <a:bodyPr/>
        <a:lstStyle/>
        <a:p>
          <a:endParaRPr lang="en-US"/>
        </a:p>
      </dgm:t>
    </dgm:pt>
    <dgm:pt modelId="{A1D33B38-517D-497E-B66B-C2CBD3D9C777}" type="sibTrans" cxnId="{91D5D35B-E9BF-4BE3-84AD-C9EE82C28228}">
      <dgm:prSet/>
      <dgm:spPr/>
      <dgm:t>
        <a:bodyPr/>
        <a:lstStyle/>
        <a:p>
          <a:endParaRPr lang="en-US"/>
        </a:p>
      </dgm:t>
    </dgm:pt>
    <dgm:pt modelId="{02689B1A-BBCA-4EF7-A871-D4407CDE8FFC}">
      <dgm:prSet/>
      <dgm:spPr/>
      <dgm:t>
        <a:bodyPr/>
        <a:lstStyle/>
        <a:p>
          <a:r>
            <a:rPr lang="en-US"/>
            <a:t>Content analysis</a:t>
          </a:r>
        </a:p>
      </dgm:t>
    </dgm:pt>
    <dgm:pt modelId="{2D3EBF89-1938-4C90-A038-A480C99D0939}" type="parTrans" cxnId="{AAB31F53-17A0-4D3B-A66A-302A90855F96}">
      <dgm:prSet/>
      <dgm:spPr/>
      <dgm:t>
        <a:bodyPr/>
        <a:lstStyle/>
        <a:p>
          <a:endParaRPr lang="en-US"/>
        </a:p>
      </dgm:t>
    </dgm:pt>
    <dgm:pt modelId="{228AA473-847A-456E-AFCB-157CD843C3A6}" type="sibTrans" cxnId="{AAB31F53-17A0-4D3B-A66A-302A90855F96}">
      <dgm:prSet/>
      <dgm:spPr/>
      <dgm:t>
        <a:bodyPr/>
        <a:lstStyle/>
        <a:p>
          <a:endParaRPr lang="en-US"/>
        </a:p>
      </dgm:t>
    </dgm:pt>
    <dgm:pt modelId="{CA54FD7C-0C26-45C6-8161-66CCDF938FF2}">
      <dgm:prSet/>
      <dgm:spPr/>
      <dgm:t>
        <a:bodyPr/>
        <a:lstStyle/>
        <a:p>
          <a:r>
            <a:rPr lang="en-US"/>
            <a:t>Narrative analysis</a:t>
          </a:r>
        </a:p>
      </dgm:t>
    </dgm:pt>
    <dgm:pt modelId="{BBC736D2-20B8-49C2-BF61-5036A4D2DA3E}" type="parTrans" cxnId="{E6D74DF1-B90F-4EE2-AA9F-B1616ED6D524}">
      <dgm:prSet/>
      <dgm:spPr/>
      <dgm:t>
        <a:bodyPr/>
        <a:lstStyle/>
        <a:p>
          <a:endParaRPr lang="en-US"/>
        </a:p>
      </dgm:t>
    </dgm:pt>
    <dgm:pt modelId="{AD4A288B-C540-4F8A-8212-332BCCC84A2B}" type="sibTrans" cxnId="{E6D74DF1-B90F-4EE2-AA9F-B1616ED6D524}">
      <dgm:prSet/>
      <dgm:spPr/>
      <dgm:t>
        <a:bodyPr/>
        <a:lstStyle/>
        <a:p>
          <a:endParaRPr lang="en-US"/>
        </a:p>
      </dgm:t>
    </dgm:pt>
    <dgm:pt modelId="{CCF74C31-C155-45B9-AD66-0DA0B715D6C9}">
      <dgm:prSet/>
      <dgm:spPr/>
      <dgm:t>
        <a:bodyPr/>
        <a:lstStyle/>
        <a:p>
          <a:r>
            <a:rPr lang="en-US" dirty="0"/>
            <a:t>Hypothesis testing (t-test, ANOVA, chi-square, …)</a:t>
          </a:r>
        </a:p>
      </dgm:t>
    </dgm:pt>
    <dgm:pt modelId="{A1275E2F-3C66-4AC1-9CB8-F462EFC8D396}" type="parTrans" cxnId="{477E9A84-37DB-4BD7-99F1-0A78FA06CB09}">
      <dgm:prSet/>
      <dgm:spPr/>
      <dgm:t>
        <a:bodyPr/>
        <a:lstStyle/>
        <a:p>
          <a:endParaRPr lang="en-US"/>
        </a:p>
      </dgm:t>
    </dgm:pt>
    <dgm:pt modelId="{9D218859-F65A-454C-A590-A2A6C7F91CF4}" type="sibTrans" cxnId="{477E9A84-37DB-4BD7-99F1-0A78FA06CB09}">
      <dgm:prSet/>
      <dgm:spPr/>
      <dgm:t>
        <a:bodyPr/>
        <a:lstStyle/>
        <a:p>
          <a:endParaRPr lang="en-US"/>
        </a:p>
      </dgm:t>
    </dgm:pt>
    <dgm:pt modelId="{E0451196-AF98-47B4-A10D-3833F94B9182}" type="pres">
      <dgm:prSet presAssocID="{5FCB10E8-F267-42E8-BA5B-0DF9D7CA6885}" presName="linear" presStyleCnt="0">
        <dgm:presLayoutVars>
          <dgm:dir/>
          <dgm:animLvl val="lvl"/>
          <dgm:resizeHandles val="exact"/>
        </dgm:presLayoutVars>
      </dgm:prSet>
      <dgm:spPr/>
    </dgm:pt>
    <dgm:pt modelId="{9E59ED9F-9926-4FD7-8F9E-BCD52A2637DB}" type="pres">
      <dgm:prSet presAssocID="{E9D966EB-E9F5-432F-93E0-D5FF9FE68AFC}" presName="parentLin" presStyleCnt="0"/>
      <dgm:spPr/>
    </dgm:pt>
    <dgm:pt modelId="{03081B67-D4C9-4F3A-84BD-6B981A4A819A}" type="pres">
      <dgm:prSet presAssocID="{E9D966EB-E9F5-432F-93E0-D5FF9FE68AFC}" presName="parentLeftMargin" presStyleLbl="node1" presStyleIdx="0" presStyleCnt="2"/>
      <dgm:spPr/>
    </dgm:pt>
    <dgm:pt modelId="{BA49517D-EEE5-46D5-80FA-3312BF160417}" type="pres">
      <dgm:prSet presAssocID="{E9D966EB-E9F5-432F-93E0-D5FF9FE68AF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03682E-EDC2-42AE-BBE2-E96605C2B5D2}" type="pres">
      <dgm:prSet presAssocID="{E9D966EB-E9F5-432F-93E0-D5FF9FE68AFC}" presName="negativeSpace" presStyleCnt="0"/>
      <dgm:spPr/>
    </dgm:pt>
    <dgm:pt modelId="{14763F84-B2BF-4553-8FB4-4BFA09E7306A}" type="pres">
      <dgm:prSet presAssocID="{E9D966EB-E9F5-432F-93E0-D5FF9FE68AFC}" presName="childText" presStyleLbl="conFgAcc1" presStyleIdx="0" presStyleCnt="2">
        <dgm:presLayoutVars>
          <dgm:bulletEnabled val="1"/>
        </dgm:presLayoutVars>
      </dgm:prSet>
      <dgm:spPr/>
    </dgm:pt>
    <dgm:pt modelId="{11FA4B09-F0E1-4CFE-9CD8-B5F31F30D3C5}" type="pres">
      <dgm:prSet presAssocID="{7012AB66-0A97-448F-890F-F4A1009EE9FD}" presName="spaceBetweenRectangles" presStyleCnt="0"/>
      <dgm:spPr/>
    </dgm:pt>
    <dgm:pt modelId="{52356C22-4879-4034-ADB8-E6EDD3B9065A}" type="pres">
      <dgm:prSet presAssocID="{F5ADC1D9-68CB-43DC-BF61-2EF78979BC78}" presName="parentLin" presStyleCnt="0"/>
      <dgm:spPr/>
    </dgm:pt>
    <dgm:pt modelId="{31FA0EFB-FCF5-4899-BB89-E987AF291F93}" type="pres">
      <dgm:prSet presAssocID="{F5ADC1D9-68CB-43DC-BF61-2EF78979BC78}" presName="parentLeftMargin" presStyleLbl="node1" presStyleIdx="0" presStyleCnt="2"/>
      <dgm:spPr/>
    </dgm:pt>
    <dgm:pt modelId="{D0D40326-004F-4496-B2ED-311492589040}" type="pres">
      <dgm:prSet presAssocID="{F5ADC1D9-68CB-43DC-BF61-2EF78979BC7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D88946C-B32C-4F63-BEB6-C2A45908FAD8}" type="pres">
      <dgm:prSet presAssocID="{F5ADC1D9-68CB-43DC-BF61-2EF78979BC78}" presName="negativeSpace" presStyleCnt="0"/>
      <dgm:spPr/>
    </dgm:pt>
    <dgm:pt modelId="{7CFFA885-293E-4904-8C48-A1437B308820}" type="pres">
      <dgm:prSet presAssocID="{F5ADC1D9-68CB-43DC-BF61-2EF78979BC7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4A81A1A-E6F8-4F94-9FEF-BDEDA4E7FAA9}" type="presOf" srcId="{77B7CC08-6A50-4832-B165-5060210F4428}" destId="{14763F84-B2BF-4553-8FB4-4BFA09E7306A}" srcOrd="0" destOrd="4" presId="urn:microsoft.com/office/officeart/2005/8/layout/list1"/>
    <dgm:cxn modelId="{89631E1A-0A93-471C-BC2F-6A7B0B05C6CE}" type="presOf" srcId="{9BDF411D-0342-468B-8DE4-FF566B656B25}" destId="{14763F84-B2BF-4553-8FB4-4BFA09E7306A}" srcOrd="0" destOrd="2" presId="urn:microsoft.com/office/officeart/2005/8/layout/list1"/>
    <dgm:cxn modelId="{91D5D35B-E9BF-4BE3-84AD-C9EE82C28228}" srcId="{F5ADC1D9-68CB-43DC-BF61-2EF78979BC78}" destId="{BE89AA23-1469-41B2-BC12-8CBBEBCA6A50}" srcOrd="2" destOrd="0" parTransId="{336AA4E8-E5DB-43E5-85EF-EEA1C6357F18}" sibTransId="{A1D33B38-517D-497E-B66B-C2CBD3D9C777}"/>
    <dgm:cxn modelId="{68D9F55B-5C0C-4317-8AFF-8C2F02ED2E12}" srcId="{E9D966EB-E9F5-432F-93E0-D5FF9FE68AFC}" destId="{9BDF411D-0342-468B-8DE4-FF566B656B25}" srcOrd="2" destOrd="0" parTransId="{E474C1F4-6A69-4CAC-ACCA-CD2C6AC29DB0}" sibTransId="{DB2C843F-3702-4377-8C1E-8D6DAA6F4397}"/>
    <dgm:cxn modelId="{C0D1B363-6AA9-4B91-8E36-2C09D125997B}" srcId="{E9D966EB-E9F5-432F-93E0-D5FF9FE68AFC}" destId="{224C92D2-99F9-402B-81A3-35112628FA65}" srcOrd="0" destOrd="0" parTransId="{B1C59C1D-3388-4104-9944-6CB6E31F32B2}" sibTransId="{769C84D8-F355-42E4-8BB9-4941CF63BFF4}"/>
    <dgm:cxn modelId="{537B8069-BBE1-4CC2-AD45-B8C3B1E9DC0F}" type="presOf" srcId="{682DF264-E779-4C5E-95CF-492CFAC5B42E}" destId="{14763F84-B2BF-4553-8FB4-4BFA09E7306A}" srcOrd="0" destOrd="1" presId="urn:microsoft.com/office/officeart/2005/8/layout/list1"/>
    <dgm:cxn modelId="{219AF369-A707-4C28-888D-54D8F28D2CC9}" type="presOf" srcId="{E9D966EB-E9F5-432F-93E0-D5FF9FE68AFC}" destId="{BA49517D-EEE5-46D5-80FA-3312BF160417}" srcOrd="1" destOrd="0" presId="urn:microsoft.com/office/officeart/2005/8/layout/list1"/>
    <dgm:cxn modelId="{3989E46B-3227-488F-B74C-884FF363E513}" srcId="{F5ADC1D9-68CB-43DC-BF61-2EF78979BC78}" destId="{6F2AB167-1DDF-4EB7-BCE9-8EC63F1CB312}" srcOrd="0" destOrd="0" parTransId="{B3CF9D7C-5F47-45F4-A3F2-77CB49B85979}" sibTransId="{ABB036A5-192A-43FC-814B-F0ED03FC3163}"/>
    <dgm:cxn modelId="{AAB31F53-17A0-4D3B-A66A-302A90855F96}" srcId="{F5ADC1D9-68CB-43DC-BF61-2EF78979BC78}" destId="{02689B1A-BBCA-4EF7-A871-D4407CDE8FFC}" srcOrd="3" destOrd="0" parTransId="{2D3EBF89-1938-4C90-A038-A480C99D0939}" sibTransId="{228AA473-847A-456E-AFCB-157CD843C3A6}"/>
    <dgm:cxn modelId="{174E2154-F23C-4A40-8C66-F3326703FC4D}" srcId="{5FCB10E8-F267-42E8-BA5B-0DF9D7CA6885}" destId="{F5ADC1D9-68CB-43DC-BF61-2EF78979BC78}" srcOrd="1" destOrd="0" parTransId="{7F28C089-0C78-4F74-94C0-379F4F434A23}" sibTransId="{65FE9E4F-65AA-4B5A-8E7C-3724B3E97591}"/>
    <dgm:cxn modelId="{32B9D77A-4814-46CD-A5CF-93E8DD6619E9}" type="presOf" srcId="{BE89AA23-1469-41B2-BC12-8CBBEBCA6A50}" destId="{7CFFA885-293E-4904-8C48-A1437B308820}" srcOrd="0" destOrd="2" presId="urn:microsoft.com/office/officeart/2005/8/layout/list1"/>
    <dgm:cxn modelId="{E0D8AF80-353B-4300-827A-763A087BD279}" type="presOf" srcId="{E9D966EB-E9F5-432F-93E0-D5FF9FE68AFC}" destId="{03081B67-D4C9-4F3A-84BD-6B981A4A819A}" srcOrd="0" destOrd="0" presId="urn:microsoft.com/office/officeart/2005/8/layout/list1"/>
    <dgm:cxn modelId="{4C134884-B967-41B6-9ADD-C1535314310A}" type="presOf" srcId="{1DC69BF8-5E86-4744-8027-0DFAD586EB61}" destId="{7CFFA885-293E-4904-8C48-A1437B308820}" srcOrd="0" destOrd="1" presId="urn:microsoft.com/office/officeart/2005/8/layout/list1"/>
    <dgm:cxn modelId="{477E9A84-37DB-4BD7-99F1-0A78FA06CB09}" srcId="{E9D966EB-E9F5-432F-93E0-D5FF9FE68AFC}" destId="{CCF74C31-C155-45B9-AD66-0DA0B715D6C9}" srcOrd="3" destOrd="0" parTransId="{A1275E2F-3C66-4AC1-9CB8-F462EFC8D396}" sibTransId="{9D218859-F65A-454C-A590-A2A6C7F91CF4}"/>
    <dgm:cxn modelId="{AF35AF84-B652-4016-A57C-9B6CAA3C5B86}" type="presOf" srcId="{02689B1A-BBCA-4EF7-A871-D4407CDE8FFC}" destId="{7CFFA885-293E-4904-8C48-A1437B308820}" srcOrd="0" destOrd="3" presId="urn:microsoft.com/office/officeart/2005/8/layout/list1"/>
    <dgm:cxn modelId="{144ECC84-ADF7-4488-BD55-B1B43581A976}" type="presOf" srcId="{CA54FD7C-0C26-45C6-8161-66CCDF938FF2}" destId="{7CFFA885-293E-4904-8C48-A1437B308820}" srcOrd="0" destOrd="4" presId="urn:microsoft.com/office/officeart/2005/8/layout/list1"/>
    <dgm:cxn modelId="{E66F7590-E17C-4E7D-94A0-A0B0F2B7D9C6}" type="presOf" srcId="{F5ADC1D9-68CB-43DC-BF61-2EF78979BC78}" destId="{D0D40326-004F-4496-B2ED-311492589040}" srcOrd="1" destOrd="0" presId="urn:microsoft.com/office/officeart/2005/8/layout/list1"/>
    <dgm:cxn modelId="{3489119A-C9F4-4263-92FA-6E2086B24A4A}" type="presOf" srcId="{6F2AB167-1DDF-4EB7-BCE9-8EC63F1CB312}" destId="{7CFFA885-293E-4904-8C48-A1437B308820}" srcOrd="0" destOrd="0" presId="urn:microsoft.com/office/officeart/2005/8/layout/list1"/>
    <dgm:cxn modelId="{9836D9AF-4728-47ED-AC53-BDFB7538A774}" type="presOf" srcId="{5FCB10E8-F267-42E8-BA5B-0DF9D7CA6885}" destId="{E0451196-AF98-47B4-A10D-3833F94B9182}" srcOrd="0" destOrd="0" presId="urn:microsoft.com/office/officeart/2005/8/layout/list1"/>
    <dgm:cxn modelId="{366B43B0-7810-459D-AE0A-DD244349D6DC}" srcId="{5FCB10E8-F267-42E8-BA5B-0DF9D7CA6885}" destId="{E9D966EB-E9F5-432F-93E0-D5FF9FE68AFC}" srcOrd="0" destOrd="0" parTransId="{60AB0E29-3716-4769-A9A7-D6EFCB7EBC93}" sibTransId="{7012AB66-0A97-448F-890F-F4A1009EE9FD}"/>
    <dgm:cxn modelId="{CC5AB1B3-C23B-415A-B55A-CD652D04D07B}" srcId="{E9D966EB-E9F5-432F-93E0-D5FF9FE68AFC}" destId="{682DF264-E779-4C5E-95CF-492CFAC5B42E}" srcOrd="1" destOrd="0" parTransId="{75C80D33-8419-428C-A68A-C3714F759EA4}" sibTransId="{B4936D83-8CE9-4021-B44A-203774A3E957}"/>
    <dgm:cxn modelId="{A0126DC0-21F9-4DF2-BD3F-0CBEDD70E1B7}" type="presOf" srcId="{224C92D2-99F9-402B-81A3-35112628FA65}" destId="{14763F84-B2BF-4553-8FB4-4BFA09E7306A}" srcOrd="0" destOrd="0" presId="urn:microsoft.com/office/officeart/2005/8/layout/list1"/>
    <dgm:cxn modelId="{1E3CFDC4-EDD1-4835-8F52-1886C5E22BA4}" srcId="{F5ADC1D9-68CB-43DC-BF61-2EF78979BC78}" destId="{1DC69BF8-5E86-4744-8027-0DFAD586EB61}" srcOrd="1" destOrd="0" parTransId="{DE79D2DA-7D3D-4E16-BE96-1C9AD7B8FD6D}" sibTransId="{F45EC6F7-54C2-4DAF-BC0A-E6E2280E65A6}"/>
    <dgm:cxn modelId="{7C9BFBD2-4687-426E-A610-CE21B46CF6D5}" type="presOf" srcId="{CCF74C31-C155-45B9-AD66-0DA0B715D6C9}" destId="{14763F84-B2BF-4553-8FB4-4BFA09E7306A}" srcOrd="0" destOrd="3" presId="urn:microsoft.com/office/officeart/2005/8/layout/list1"/>
    <dgm:cxn modelId="{DD81A0EB-4536-4373-81BE-0388C419D163}" type="presOf" srcId="{F5ADC1D9-68CB-43DC-BF61-2EF78979BC78}" destId="{31FA0EFB-FCF5-4899-BB89-E987AF291F93}" srcOrd="0" destOrd="0" presId="urn:microsoft.com/office/officeart/2005/8/layout/list1"/>
    <dgm:cxn modelId="{E6D74DF1-B90F-4EE2-AA9F-B1616ED6D524}" srcId="{F5ADC1D9-68CB-43DC-BF61-2EF78979BC78}" destId="{CA54FD7C-0C26-45C6-8161-66CCDF938FF2}" srcOrd="4" destOrd="0" parTransId="{BBC736D2-20B8-49C2-BF61-5036A4D2DA3E}" sibTransId="{AD4A288B-C540-4F8A-8212-332BCCC84A2B}"/>
    <dgm:cxn modelId="{B742E5F3-9645-41AF-96E8-CCD7E29A1685}" srcId="{E9D966EB-E9F5-432F-93E0-D5FF9FE68AFC}" destId="{77B7CC08-6A50-4832-B165-5060210F4428}" srcOrd="4" destOrd="0" parTransId="{09154E8B-C09E-48F9-98DD-05E5E1A137F0}" sibTransId="{74BD04BC-A7CF-466B-8BD4-BC7E786652CE}"/>
    <dgm:cxn modelId="{A1B664B1-6D21-4CC7-9735-9BF78EC4F035}" type="presParOf" srcId="{E0451196-AF98-47B4-A10D-3833F94B9182}" destId="{9E59ED9F-9926-4FD7-8F9E-BCD52A2637DB}" srcOrd="0" destOrd="0" presId="urn:microsoft.com/office/officeart/2005/8/layout/list1"/>
    <dgm:cxn modelId="{DFC60317-D274-4B77-A6C6-4DFE60721220}" type="presParOf" srcId="{9E59ED9F-9926-4FD7-8F9E-BCD52A2637DB}" destId="{03081B67-D4C9-4F3A-84BD-6B981A4A819A}" srcOrd="0" destOrd="0" presId="urn:microsoft.com/office/officeart/2005/8/layout/list1"/>
    <dgm:cxn modelId="{E438C260-5FF8-4CC9-A4DA-CBB959972143}" type="presParOf" srcId="{9E59ED9F-9926-4FD7-8F9E-BCD52A2637DB}" destId="{BA49517D-EEE5-46D5-80FA-3312BF160417}" srcOrd="1" destOrd="0" presId="urn:microsoft.com/office/officeart/2005/8/layout/list1"/>
    <dgm:cxn modelId="{43C97C01-F040-4FF3-8786-36B45E033C82}" type="presParOf" srcId="{E0451196-AF98-47B4-A10D-3833F94B9182}" destId="{9603682E-EDC2-42AE-BBE2-E96605C2B5D2}" srcOrd="1" destOrd="0" presId="urn:microsoft.com/office/officeart/2005/8/layout/list1"/>
    <dgm:cxn modelId="{2929E743-FDC7-43E1-A9E6-A2B23CE3B603}" type="presParOf" srcId="{E0451196-AF98-47B4-A10D-3833F94B9182}" destId="{14763F84-B2BF-4553-8FB4-4BFA09E7306A}" srcOrd="2" destOrd="0" presId="urn:microsoft.com/office/officeart/2005/8/layout/list1"/>
    <dgm:cxn modelId="{5F7D6DBC-316F-400E-9EB3-E7E270564E26}" type="presParOf" srcId="{E0451196-AF98-47B4-A10D-3833F94B9182}" destId="{11FA4B09-F0E1-4CFE-9CD8-B5F31F30D3C5}" srcOrd="3" destOrd="0" presId="urn:microsoft.com/office/officeart/2005/8/layout/list1"/>
    <dgm:cxn modelId="{46109C2B-C48B-4E6E-853F-0F887A092154}" type="presParOf" srcId="{E0451196-AF98-47B4-A10D-3833F94B9182}" destId="{52356C22-4879-4034-ADB8-E6EDD3B9065A}" srcOrd="4" destOrd="0" presId="urn:microsoft.com/office/officeart/2005/8/layout/list1"/>
    <dgm:cxn modelId="{DBAE4B7C-78B4-409A-AFC4-4A31F086BE44}" type="presParOf" srcId="{52356C22-4879-4034-ADB8-E6EDD3B9065A}" destId="{31FA0EFB-FCF5-4899-BB89-E987AF291F93}" srcOrd="0" destOrd="0" presId="urn:microsoft.com/office/officeart/2005/8/layout/list1"/>
    <dgm:cxn modelId="{A0EB771A-8561-417A-8074-4582AC586D9C}" type="presParOf" srcId="{52356C22-4879-4034-ADB8-E6EDD3B9065A}" destId="{D0D40326-004F-4496-B2ED-311492589040}" srcOrd="1" destOrd="0" presId="urn:microsoft.com/office/officeart/2005/8/layout/list1"/>
    <dgm:cxn modelId="{C040AC2F-FA55-4699-BCAD-9C035D8DE52D}" type="presParOf" srcId="{E0451196-AF98-47B4-A10D-3833F94B9182}" destId="{FD88946C-B32C-4F63-BEB6-C2A45908FAD8}" srcOrd="5" destOrd="0" presId="urn:microsoft.com/office/officeart/2005/8/layout/list1"/>
    <dgm:cxn modelId="{8B23086B-5136-4453-AAEB-D22D921B7C99}" type="presParOf" srcId="{E0451196-AF98-47B4-A10D-3833F94B9182}" destId="{7CFFA885-293E-4904-8C48-A1437B30882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87C52AB-F66A-48B9-8823-D9D7AA42BB72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36DED1-35E8-4EA7-BD62-3ADC62B0C506}">
      <dgm:prSet/>
      <dgm:spPr/>
      <dgm:t>
        <a:bodyPr/>
        <a:lstStyle/>
        <a:p>
          <a:r>
            <a:rPr lang="en-US"/>
            <a:t>Construct</a:t>
          </a:r>
        </a:p>
      </dgm:t>
    </dgm:pt>
    <dgm:pt modelId="{E047138A-80BA-4864-BD0A-EC56CA2130DF}" type="parTrans" cxnId="{49873678-DD1D-4240-8963-D7D9D9C226BD}">
      <dgm:prSet/>
      <dgm:spPr/>
      <dgm:t>
        <a:bodyPr/>
        <a:lstStyle/>
        <a:p>
          <a:endParaRPr lang="en-US"/>
        </a:p>
      </dgm:t>
    </dgm:pt>
    <dgm:pt modelId="{802B957A-75C0-4BC1-BC1B-6FA2CD9164BB}" type="sibTrans" cxnId="{49873678-DD1D-4240-8963-D7D9D9C226BD}">
      <dgm:prSet/>
      <dgm:spPr/>
      <dgm:t>
        <a:bodyPr/>
        <a:lstStyle/>
        <a:p>
          <a:endParaRPr lang="en-US"/>
        </a:p>
      </dgm:t>
    </dgm:pt>
    <dgm:pt modelId="{82D9611A-522E-46C2-9CC3-71726F8FFA19}">
      <dgm:prSet/>
      <dgm:spPr/>
      <dgm:t>
        <a:bodyPr/>
        <a:lstStyle/>
        <a:p>
          <a:r>
            <a:rPr lang="en-US"/>
            <a:t>Did the operational measures represent the concepts being studied?</a:t>
          </a:r>
        </a:p>
      </dgm:t>
    </dgm:pt>
    <dgm:pt modelId="{B2E235BD-DFE3-4CDB-8D1F-4B4C6F026F83}" type="parTrans" cxnId="{678E7D58-4F22-4699-B71F-74E0C92EF449}">
      <dgm:prSet/>
      <dgm:spPr/>
      <dgm:t>
        <a:bodyPr/>
        <a:lstStyle/>
        <a:p>
          <a:endParaRPr lang="en-US"/>
        </a:p>
      </dgm:t>
    </dgm:pt>
    <dgm:pt modelId="{AFF75B99-1445-4445-9C5D-B331D91E89C9}" type="sibTrans" cxnId="{678E7D58-4F22-4699-B71F-74E0C92EF449}">
      <dgm:prSet/>
      <dgm:spPr/>
      <dgm:t>
        <a:bodyPr/>
        <a:lstStyle/>
        <a:p>
          <a:endParaRPr lang="en-US"/>
        </a:p>
      </dgm:t>
    </dgm:pt>
    <dgm:pt modelId="{35990C71-2057-4DC3-9E14-494E56567FDD}">
      <dgm:prSet/>
      <dgm:spPr/>
      <dgm:t>
        <a:bodyPr/>
        <a:lstStyle/>
        <a:p>
          <a:r>
            <a:rPr lang="en-US"/>
            <a:t>Internal </a:t>
          </a:r>
        </a:p>
      </dgm:t>
    </dgm:pt>
    <dgm:pt modelId="{F114744E-2E19-415F-9A14-2267FDD42CDE}" type="parTrans" cxnId="{D95B8134-E0E7-46C8-8876-9DFD8B5B4920}">
      <dgm:prSet/>
      <dgm:spPr/>
      <dgm:t>
        <a:bodyPr/>
        <a:lstStyle/>
        <a:p>
          <a:endParaRPr lang="en-US"/>
        </a:p>
      </dgm:t>
    </dgm:pt>
    <dgm:pt modelId="{689FA310-08C1-468D-BBB4-E6CA689FD873}" type="sibTrans" cxnId="{D95B8134-E0E7-46C8-8876-9DFD8B5B4920}">
      <dgm:prSet/>
      <dgm:spPr/>
      <dgm:t>
        <a:bodyPr/>
        <a:lstStyle/>
        <a:p>
          <a:endParaRPr lang="en-US"/>
        </a:p>
      </dgm:t>
    </dgm:pt>
    <dgm:pt modelId="{A58583B1-4E9E-4144-BB9D-56E150B50748}">
      <dgm:prSet/>
      <dgm:spPr/>
      <dgm:t>
        <a:bodyPr/>
        <a:lstStyle/>
        <a:p>
          <a:r>
            <a:rPr lang="en-US"/>
            <a:t>Were there alternative explanations for the observed effect?</a:t>
          </a:r>
        </a:p>
      </dgm:t>
    </dgm:pt>
    <dgm:pt modelId="{DBD15D8A-1B47-4A8E-AA7E-3E7559CA2504}" type="parTrans" cxnId="{7006F693-41FA-4E15-893C-69621DB03B6B}">
      <dgm:prSet/>
      <dgm:spPr/>
      <dgm:t>
        <a:bodyPr/>
        <a:lstStyle/>
        <a:p>
          <a:endParaRPr lang="en-US"/>
        </a:p>
      </dgm:t>
    </dgm:pt>
    <dgm:pt modelId="{10E588E2-D6FC-4A74-9E26-237FF82FFD62}" type="sibTrans" cxnId="{7006F693-41FA-4E15-893C-69621DB03B6B}">
      <dgm:prSet/>
      <dgm:spPr/>
      <dgm:t>
        <a:bodyPr/>
        <a:lstStyle/>
        <a:p>
          <a:endParaRPr lang="en-US"/>
        </a:p>
      </dgm:t>
    </dgm:pt>
    <dgm:pt modelId="{BD1E755D-DE05-42EA-B7A9-A3C27F5FC468}">
      <dgm:prSet/>
      <dgm:spPr/>
      <dgm:t>
        <a:bodyPr/>
        <a:lstStyle/>
        <a:p>
          <a:r>
            <a:rPr lang="en-US"/>
            <a:t>External</a:t>
          </a:r>
        </a:p>
      </dgm:t>
    </dgm:pt>
    <dgm:pt modelId="{0328BB50-C67A-47D8-A6C0-B18967C17EEF}" type="parTrans" cxnId="{2E79B119-6907-430E-8A0E-DA6913DA3CBA}">
      <dgm:prSet/>
      <dgm:spPr/>
      <dgm:t>
        <a:bodyPr/>
        <a:lstStyle/>
        <a:p>
          <a:endParaRPr lang="en-US"/>
        </a:p>
      </dgm:t>
    </dgm:pt>
    <dgm:pt modelId="{04D2F145-B472-4959-8C97-5EF0173409DC}" type="sibTrans" cxnId="{2E79B119-6907-430E-8A0E-DA6913DA3CBA}">
      <dgm:prSet/>
      <dgm:spPr/>
      <dgm:t>
        <a:bodyPr/>
        <a:lstStyle/>
        <a:p>
          <a:endParaRPr lang="en-US"/>
        </a:p>
      </dgm:t>
    </dgm:pt>
    <dgm:pt modelId="{EDD88F84-8FFD-4BB5-94E7-13DAAF91A2BC}">
      <dgm:prSet/>
      <dgm:spPr/>
      <dgm:t>
        <a:bodyPr/>
        <a:lstStyle/>
        <a:p>
          <a:r>
            <a:rPr lang="en-US"/>
            <a:t>Will the findings generalize outside the study context?</a:t>
          </a:r>
        </a:p>
      </dgm:t>
    </dgm:pt>
    <dgm:pt modelId="{74EF6215-6E05-4527-9F34-F1DDF92B3CB1}" type="parTrans" cxnId="{9F899051-BC40-4D53-9C80-1CD7AFE554B2}">
      <dgm:prSet/>
      <dgm:spPr/>
      <dgm:t>
        <a:bodyPr/>
        <a:lstStyle/>
        <a:p>
          <a:endParaRPr lang="en-US"/>
        </a:p>
      </dgm:t>
    </dgm:pt>
    <dgm:pt modelId="{0EDB0BE8-1D3B-4468-9C5E-770F0F1E34CA}" type="sibTrans" cxnId="{9F899051-BC40-4D53-9C80-1CD7AFE554B2}">
      <dgm:prSet/>
      <dgm:spPr/>
      <dgm:t>
        <a:bodyPr/>
        <a:lstStyle/>
        <a:p>
          <a:endParaRPr lang="en-US"/>
        </a:p>
      </dgm:t>
    </dgm:pt>
    <dgm:pt modelId="{2FBE3AC3-A716-4076-A41D-AF642A17DB2B}">
      <dgm:prSet/>
      <dgm:spPr/>
      <dgm:t>
        <a:bodyPr/>
        <a:lstStyle/>
        <a:p>
          <a:r>
            <a:rPr lang="en-US"/>
            <a:t>Conclusion</a:t>
          </a:r>
        </a:p>
      </dgm:t>
    </dgm:pt>
    <dgm:pt modelId="{5EDB4A9E-033F-45FB-A16B-A1A17249A563}" type="parTrans" cxnId="{F6E7A340-510C-406B-9C0A-BAD953B8D89D}">
      <dgm:prSet/>
      <dgm:spPr/>
      <dgm:t>
        <a:bodyPr/>
        <a:lstStyle/>
        <a:p>
          <a:endParaRPr lang="en-US"/>
        </a:p>
      </dgm:t>
    </dgm:pt>
    <dgm:pt modelId="{55676E1A-8671-4799-BE80-FE9B5F583B63}" type="sibTrans" cxnId="{F6E7A340-510C-406B-9C0A-BAD953B8D89D}">
      <dgm:prSet/>
      <dgm:spPr/>
      <dgm:t>
        <a:bodyPr/>
        <a:lstStyle/>
        <a:p>
          <a:endParaRPr lang="en-US"/>
        </a:p>
      </dgm:t>
    </dgm:pt>
    <dgm:pt modelId="{F81CF66B-0C78-45CA-AA73-34699769A42B}">
      <dgm:prSet/>
      <dgm:spPr/>
      <dgm:t>
        <a:bodyPr/>
        <a:lstStyle/>
        <a:p>
          <a:r>
            <a:rPr lang="en-US"/>
            <a:t>Did we draw the right conclusions from the results?</a:t>
          </a:r>
        </a:p>
      </dgm:t>
    </dgm:pt>
    <dgm:pt modelId="{1590F6C6-28AF-4738-972C-21F32B2976B4}" type="parTrans" cxnId="{D2B9F380-B274-4F87-9DB4-BDD24862A128}">
      <dgm:prSet/>
      <dgm:spPr/>
      <dgm:t>
        <a:bodyPr/>
        <a:lstStyle/>
        <a:p>
          <a:endParaRPr lang="en-US"/>
        </a:p>
      </dgm:t>
    </dgm:pt>
    <dgm:pt modelId="{40258481-32A4-44A9-93B2-085A98C959FA}" type="sibTrans" cxnId="{D2B9F380-B274-4F87-9DB4-BDD24862A128}">
      <dgm:prSet/>
      <dgm:spPr/>
      <dgm:t>
        <a:bodyPr/>
        <a:lstStyle/>
        <a:p>
          <a:endParaRPr lang="en-US"/>
        </a:p>
      </dgm:t>
    </dgm:pt>
    <dgm:pt modelId="{1BC6E974-F548-44BB-BAEB-93BCFEB0782A}" type="pres">
      <dgm:prSet presAssocID="{987C52AB-F66A-48B9-8823-D9D7AA42BB7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35AEF92-245B-472A-9F00-7C18953E4A02}" type="pres">
      <dgm:prSet presAssocID="{A736DED1-35E8-4EA7-BD62-3ADC62B0C506}" presName="root" presStyleCnt="0"/>
      <dgm:spPr/>
    </dgm:pt>
    <dgm:pt modelId="{C654AF92-3DDC-48E3-8F2C-6D2203AB559E}" type="pres">
      <dgm:prSet presAssocID="{A736DED1-35E8-4EA7-BD62-3ADC62B0C506}" presName="rootComposite" presStyleCnt="0"/>
      <dgm:spPr/>
    </dgm:pt>
    <dgm:pt modelId="{585BC34B-83B0-4EDD-A74F-444C0845AAC3}" type="pres">
      <dgm:prSet presAssocID="{A736DED1-35E8-4EA7-BD62-3ADC62B0C506}" presName="rootText" presStyleLbl="node1" presStyleIdx="0" presStyleCnt="4"/>
      <dgm:spPr/>
    </dgm:pt>
    <dgm:pt modelId="{3E58B9C1-E63D-4B3A-8881-3A0FDE4BD5D0}" type="pres">
      <dgm:prSet presAssocID="{A736DED1-35E8-4EA7-BD62-3ADC62B0C506}" presName="rootConnector" presStyleLbl="node1" presStyleIdx="0" presStyleCnt="4"/>
      <dgm:spPr/>
    </dgm:pt>
    <dgm:pt modelId="{9CEEB6C7-EAF3-43DA-948E-01245DD0FC06}" type="pres">
      <dgm:prSet presAssocID="{A736DED1-35E8-4EA7-BD62-3ADC62B0C506}" presName="childShape" presStyleCnt="0"/>
      <dgm:spPr/>
    </dgm:pt>
    <dgm:pt modelId="{F3BBD669-AD7B-4D21-87DB-1E994753E63A}" type="pres">
      <dgm:prSet presAssocID="{B2E235BD-DFE3-4CDB-8D1F-4B4C6F026F83}" presName="Name13" presStyleLbl="parChTrans1D2" presStyleIdx="0" presStyleCnt="4"/>
      <dgm:spPr/>
    </dgm:pt>
    <dgm:pt modelId="{5DDCF9A1-1640-4968-B8F6-C5EB40BF9777}" type="pres">
      <dgm:prSet presAssocID="{82D9611A-522E-46C2-9CC3-71726F8FFA19}" presName="childText" presStyleLbl="bgAcc1" presStyleIdx="0" presStyleCnt="4">
        <dgm:presLayoutVars>
          <dgm:bulletEnabled val="1"/>
        </dgm:presLayoutVars>
      </dgm:prSet>
      <dgm:spPr/>
    </dgm:pt>
    <dgm:pt modelId="{2CA95C41-CB39-4A6E-9CEF-03CE1C2E9C68}" type="pres">
      <dgm:prSet presAssocID="{35990C71-2057-4DC3-9E14-494E56567FDD}" presName="root" presStyleCnt="0"/>
      <dgm:spPr/>
    </dgm:pt>
    <dgm:pt modelId="{9454900E-D5F2-4B41-B4E8-783C4AFCDE47}" type="pres">
      <dgm:prSet presAssocID="{35990C71-2057-4DC3-9E14-494E56567FDD}" presName="rootComposite" presStyleCnt="0"/>
      <dgm:spPr/>
    </dgm:pt>
    <dgm:pt modelId="{F9ABC2BB-4731-461B-A552-70ABF46B5061}" type="pres">
      <dgm:prSet presAssocID="{35990C71-2057-4DC3-9E14-494E56567FDD}" presName="rootText" presStyleLbl="node1" presStyleIdx="1" presStyleCnt="4"/>
      <dgm:spPr/>
    </dgm:pt>
    <dgm:pt modelId="{834138A9-A192-4F4E-8BF5-02F96082E097}" type="pres">
      <dgm:prSet presAssocID="{35990C71-2057-4DC3-9E14-494E56567FDD}" presName="rootConnector" presStyleLbl="node1" presStyleIdx="1" presStyleCnt="4"/>
      <dgm:spPr/>
    </dgm:pt>
    <dgm:pt modelId="{F3EA4274-17D3-43F5-8BFA-1733B0264471}" type="pres">
      <dgm:prSet presAssocID="{35990C71-2057-4DC3-9E14-494E56567FDD}" presName="childShape" presStyleCnt="0"/>
      <dgm:spPr/>
    </dgm:pt>
    <dgm:pt modelId="{74257116-E7AA-4F1C-BFA8-6B6714A0D364}" type="pres">
      <dgm:prSet presAssocID="{DBD15D8A-1B47-4A8E-AA7E-3E7559CA2504}" presName="Name13" presStyleLbl="parChTrans1D2" presStyleIdx="1" presStyleCnt="4"/>
      <dgm:spPr/>
    </dgm:pt>
    <dgm:pt modelId="{BF4D5331-0871-4A69-BCE3-4C5C9563C352}" type="pres">
      <dgm:prSet presAssocID="{A58583B1-4E9E-4144-BB9D-56E150B50748}" presName="childText" presStyleLbl="bgAcc1" presStyleIdx="1" presStyleCnt="4">
        <dgm:presLayoutVars>
          <dgm:bulletEnabled val="1"/>
        </dgm:presLayoutVars>
      </dgm:prSet>
      <dgm:spPr/>
    </dgm:pt>
    <dgm:pt modelId="{6B3E91A7-6823-4DAF-BDAA-77FBBCBE452D}" type="pres">
      <dgm:prSet presAssocID="{BD1E755D-DE05-42EA-B7A9-A3C27F5FC468}" presName="root" presStyleCnt="0"/>
      <dgm:spPr/>
    </dgm:pt>
    <dgm:pt modelId="{98E8AFF9-1023-4426-8D80-7EF4988CD05D}" type="pres">
      <dgm:prSet presAssocID="{BD1E755D-DE05-42EA-B7A9-A3C27F5FC468}" presName="rootComposite" presStyleCnt="0"/>
      <dgm:spPr/>
    </dgm:pt>
    <dgm:pt modelId="{247FF3D2-FA93-4976-8671-96E678EF8C8B}" type="pres">
      <dgm:prSet presAssocID="{BD1E755D-DE05-42EA-B7A9-A3C27F5FC468}" presName="rootText" presStyleLbl="node1" presStyleIdx="2" presStyleCnt="4"/>
      <dgm:spPr/>
    </dgm:pt>
    <dgm:pt modelId="{952E49FD-688A-4EB2-AA69-2CE6B6E715DD}" type="pres">
      <dgm:prSet presAssocID="{BD1E755D-DE05-42EA-B7A9-A3C27F5FC468}" presName="rootConnector" presStyleLbl="node1" presStyleIdx="2" presStyleCnt="4"/>
      <dgm:spPr/>
    </dgm:pt>
    <dgm:pt modelId="{7D171C98-2A1E-4D22-A7A3-52A01AFAECCD}" type="pres">
      <dgm:prSet presAssocID="{BD1E755D-DE05-42EA-B7A9-A3C27F5FC468}" presName="childShape" presStyleCnt="0"/>
      <dgm:spPr/>
    </dgm:pt>
    <dgm:pt modelId="{8A990D84-7434-46DB-A53F-32D661F368EE}" type="pres">
      <dgm:prSet presAssocID="{74EF6215-6E05-4527-9F34-F1DDF92B3CB1}" presName="Name13" presStyleLbl="parChTrans1D2" presStyleIdx="2" presStyleCnt="4"/>
      <dgm:spPr/>
    </dgm:pt>
    <dgm:pt modelId="{E5A8B366-9566-4E53-9463-52DB09DCC130}" type="pres">
      <dgm:prSet presAssocID="{EDD88F84-8FFD-4BB5-94E7-13DAAF91A2BC}" presName="childText" presStyleLbl="bgAcc1" presStyleIdx="2" presStyleCnt="4">
        <dgm:presLayoutVars>
          <dgm:bulletEnabled val="1"/>
        </dgm:presLayoutVars>
      </dgm:prSet>
      <dgm:spPr/>
    </dgm:pt>
    <dgm:pt modelId="{16C973FA-FD3C-4759-8BA7-2ED9B7CC65A9}" type="pres">
      <dgm:prSet presAssocID="{2FBE3AC3-A716-4076-A41D-AF642A17DB2B}" presName="root" presStyleCnt="0"/>
      <dgm:spPr/>
    </dgm:pt>
    <dgm:pt modelId="{074DF8B7-BF90-4BD1-9916-E0FAAD7A45A3}" type="pres">
      <dgm:prSet presAssocID="{2FBE3AC3-A716-4076-A41D-AF642A17DB2B}" presName="rootComposite" presStyleCnt="0"/>
      <dgm:spPr/>
    </dgm:pt>
    <dgm:pt modelId="{F5666AB8-BBD3-47BB-A803-1D1E70A53F95}" type="pres">
      <dgm:prSet presAssocID="{2FBE3AC3-A716-4076-A41D-AF642A17DB2B}" presName="rootText" presStyleLbl="node1" presStyleIdx="3" presStyleCnt="4"/>
      <dgm:spPr/>
    </dgm:pt>
    <dgm:pt modelId="{62419DF6-EA1C-41DE-991D-1E90C7A945EF}" type="pres">
      <dgm:prSet presAssocID="{2FBE3AC3-A716-4076-A41D-AF642A17DB2B}" presName="rootConnector" presStyleLbl="node1" presStyleIdx="3" presStyleCnt="4"/>
      <dgm:spPr/>
    </dgm:pt>
    <dgm:pt modelId="{06110FB8-EC9D-40B4-9896-CB3F0590CAA9}" type="pres">
      <dgm:prSet presAssocID="{2FBE3AC3-A716-4076-A41D-AF642A17DB2B}" presName="childShape" presStyleCnt="0"/>
      <dgm:spPr/>
    </dgm:pt>
    <dgm:pt modelId="{7DBB9C2F-AA2A-48CE-A593-DC3A854DD126}" type="pres">
      <dgm:prSet presAssocID="{1590F6C6-28AF-4738-972C-21F32B2976B4}" presName="Name13" presStyleLbl="parChTrans1D2" presStyleIdx="3" presStyleCnt="4"/>
      <dgm:spPr/>
    </dgm:pt>
    <dgm:pt modelId="{C59DE615-4D3B-4C33-8360-1C682A62A409}" type="pres">
      <dgm:prSet presAssocID="{F81CF66B-0C78-45CA-AA73-34699769A42B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BBAFAB05-348F-4506-B44D-AD038623BFF5}" type="presOf" srcId="{1590F6C6-28AF-4738-972C-21F32B2976B4}" destId="{7DBB9C2F-AA2A-48CE-A593-DC3A854DD126}" srcOrd="0" destOrd="0" presId="urn:microsoft.com/office/officeart/2005/8/layout/hierarchy3"/>
    <dgm:cxn modelId="{C5B0F70A-7785-4F02-A8BD-12429501E510}" type="presOf" srcId="{F81CF66B-0C78-45CA-AA73-34699769A42B}" destId="{C59DE615-4D3B-4C33-8360-1C682A62A409}" srcOrd="0" destOrd="0" presId="urn:microsoft.com/office/officeart/2005/8/layout/hierarchy3"/>
    <dgm:cxn modelId="{2E79B119-6907-430E-8A0E-DA6913DA3CBA}" srcId="{987C52AB-F66A-48B9-8823-D9D7AA42BB72}" destId="{BD1E755D-DE05-42EA-B7A9-A3C27F5FC468}" srcOrd="2" destOrd="0" parTransId="{0328BB50-C67A-47D8-A6C0-B18967C17EEF}" sibTransId="{04D2F145-B472-4959-8C97-5EF0173409DC}"/>
    <dgm:cxn modelId="{D95B8134-E0E7-46C8-8876-9DFD8B5B4920}" srcId="{987C52AB-F66A-48B9-8823-D9D7AA42BB72}" destId="{35990C71-2057-4DC3-9E14-494E56567FDD}" srcOrd="1" destOrd="0" parTransId="{F114744E-2E19-415F-9A14-2267FDD42CDE}" sibTransId="{689FA310-08C1-468D-BBB4-E6CA689FD873}"/>
    <dgm:cxn modelId="{F6E7A340-510C-406B-9C0A-BAD953B8D89D}" srcId="{987C52AB-F66A-48B9-8823-D9D7AA42BB72}" destId="{2FBE3AC3-A716-4076-A41D-AF642A17DB2B}" srcOrd="3" destOrd="0" parTransId="{5EDB4A9E-033F-45FB-A16B-A1A17249A563}" sibTransId="{55676E1A-8671-4799-BE80-FE9B5F583B63}"/>
    <dgm:cxn modelId="{80F6DC62-AFBC-4665-ADB0-94C92AC4A58B}" type="presOf" srcId="{EDD88F84-8FFD-4BB5-94E7-13DAAF91A2BC}" destId="{E5A8B366-9566-4E53-9463-52DB09DCC130}" srcOrd="0" destOrd="0" presId="urn:microsoft.com/office/officeart/2005/8/layout/hierarchy3"/>
    <dgm:cxn modelId="{4F7F2E43-71C2-4E39-BB2F-45CA757DC94D}" type="presOf" srcId="{A736DED1-35E8-4EA7-BD62-3ADC62B0C506}" destId="{585BC34B-83B0-4EDD-A74F-444C0845AAC3}" srcOrd="0" destOrd="0" presId="urn:microsoft.com/office/officeart/2005/8/layout/hierarchy3"/>
    <dgm:cxn modelId="{D2ACBF63-8BA0-40FD-8ACC-226AA367A017}" type="presOf" srcId="{74EF6215-6E05-4527-9F34-F1DDF92B3CB1}" destId="{8A990D84-7434-46DB-A53F-32D661F368EE}" srcOrd="0" destOrd="0" presId="urn:microsoft.com/office/officeart/2005/8/layout/hierarchy3"/>
    <dgm:cxn modelId="{EFAC6C6C-CF14-429C-BCC2-6A29B5854FD5}" type="presOf" srcId="{82D9611A-522E-46C2-9CC3-71726F8FFA19}" destId="{5DDCF9A1-1640-4968-B8F6-C5EB40BF9777}" srcOrd="0" destOrd="0" presId="urn:microsoft.com/office/officeart/2005/8/layout/hierarchy3"/>
    <dgm:cxn modelId="{27C2126F-FA19-416F-965B-CD329D3660F6}" type="presOf" srcId="{2FBE3AC3-A716-4076-A41D-AF642A17DB2B}" destId="{F5666AB8-BBD3-47BB-A803-1D1E70A53F95}" srcOrd="0" destOrd="0" presId="urn:microsoft.com/office/officeart/2005/8/layout/hierarchy3"/>
    <dgm:cxn modelId="{9F899051-BC40-4D53-9C80-1CD7AFE554B2}" srcId="{BD1E755D-DE05-42EA-B7A9-A3C27F5FC468}" destId="{EDD88F84-8FFD-4BB5-94E7-13DAAF91A2BC}" srcOrd="0" destOrd="0" parTransId="{74EF6215-6E05-4527-9F34-F1DDF92B3CB1}" sibTransId="{0EDB0BE8-1D3B-4468-9C5E-770F0F1E34CA}"/>
    <dgm:cxn modelId="{DDAC0F77-4AE7-403E-9660-C4A76534F504}" type="presOf" srcId="{B2E235BD-DFE3-4CDB-8D1F-4B4C6F026F83}" destId="{F3BBD669-AD7B-4D21-87DB-1E994753E63A}" srcOrd="0" destOrd="0" presId="urn:microsoft.com/office/officeart/2005/8/layout/hierarchy3"/>
    <dgm:cxn modelId="{49873678-DD1D-4240-8963-D7D9D9C226BD}" srcId="{987C52AB-F66A-48B9-8823-D9D7AA42BB72}" destId="{A736DED1-35E8-4EA7-BD62-3ADC62B0C506}" srcOrd="0" destOrd="0" parTransId="{E047138A-80BA-4864-BD0A-EC56CA2130DF}" sibTransId="{802B957A-75C0-4BC1-BC1B-6FA2CD9164BB}"/>
    <dgm:cxn modelId="{678E7D58-4F22-4699-B71F-74E0C92EF449}" srcId="{A736DED1-35E8-4EA7-BD62-3ADC62B0C506}" destId="{82D9611A-522E-46C2-9CC3-71726F8FFA19}" srcOrd="0" destOrd="0" parTransId="{B2E235BD-DFE3-4CDB-8D1F-4B4C6F026F83}" sibTransId="{AFF75B99-1445-4445-9C5D-B331D91E89C9}"/>
    <dgm:cxn modelId="{3397CB7C-38AE-4955-8046-471C8EA6D518}" type="presOf" srcId="{DBD15D8A-1B47-4A8E-AA7E-3E7559CA2504}" destId="{74257116-E7AA-4F1C-BFA8-6B6714A0D364}" srcOrd="0" destOrd="0" presId="urn:microsoft.com/office/officeart/2005/8/layout/hierarchy3"/>
    <dgm:cxn modelId="{D2B9F380-B274-4F87-9DB4-BDD24862A128}" srcId="{2FBE3AC3-A716-4076-A41D-AF642A17DB2B}" destId="{F81CF66B-0C78-45CA-AA73-34699769A42B}" srcOrd="0" destOrd="0" parTransId="{1590F6C6-28AF-4738-972C-21F32B2976B4}" sibTransId="{40258481-32A4-44A9-93B2-085A98C959FA}"/>
    <dgm:cxn modelId="{7006F693-41FA-4E15-893C-69621DB03B6B}" srcId="{35990C71-2057-4DC3-9E14-494E56567FDD}" destId="{A58583B1-4E9E-4144-BB9D-56E150B50748}" srcOrd="0" destOrd="0" parTransId="{DBD15D8A-1B47-4A8E-AA7E-3E7559CA2504}" sibTransId="{10E588E2-D6FC-4A74-9E26-237FF82FFD62}"/>
    <dgm:cxn modelId="{7C95FC95-EB77-4628-8D48-79450C549761}" type="presOf" srcId="{35990C71-2057-4DC3-9E14-494E56567FDD}" destId="{F9ABC2BB-4731-461B-A552-70ABF46B5061}" srcOrd="0" destOrd="0" presId="urn:microsoft.com/office/officeart/2005/8/layout/hierarchy3"/>
    <dgm:cxn modelId="{E63B8899-C1D9-4403-9222-635DF5778135}" type="presOf" srcId="{35990C71-2057-4DC3-9E14-494E56567FDD}" destId="{834138A9-A192-4F4E-8BF5-02F96082E097}" srcOrd="1" destOrd="0" presId="urn:microsoft.com/office/officeart/2005/8/layout/hierarchy3"/>
    <dgm:cxn modelId="{CD2F739C-16DE-4196-BE12-9DBC9B5298F2}" type="presOf" srcId="{BD1E755D-DE05-42EA-B7A9-A3C27F5FC468}" destId="{247FF3D2-FA93-4976-8671-96E678EF8C8B}" srcOrd="0" destOrd="0" presId="urn:microsoft.com/office/officeart/2005/8/layout/hierarchy3"/>
    <dgm:cxn modelId="{4EA096AF-453A-41FE-BDB9-6118401272AA}" type="presOf" srcId="{BD1E755D-DE05-42EA-B7A9-A3C27F5FC468}" destId="{952E49FD-688A-4EB2-AA69-2CE6B6E715DD}" srcOrd="1" destOrd="0" presId="urn:microsoft.com/office/officeart/2005/8/layout/hierarchy3"/>
    <dgm:cxn modelId="{11AA11B1-9895-4043-B90E-24821C15509E}" type="presOf" srcId="{2FBE3AC3-A716-4076-A41D-AF642A17DB2B}" destId="{62419DF6-EA1C-41DE-991D-1E90C7A945EF}" srcOrd="1" destOrd="0" presId="urn:microsoft.com/office/officeart/2005/8/layout/hierarchy3"/>
    <dgm:cxn modelId="{4AB80BD0-8203-4AF0-BBF8-B19235961D77}" type="presOf" srcId="{A58583B1-4E9E-4144-BB9D-56E150B50748}" destId="{BF4D5331-0871-4A69-BCE3-4C5C9563C352}" srcOrd="0" destOrd="0" presId="urn:microsoft.com/office/officeart/2005/8/layout/hierarchy3"/>
    <dgm:cxn modelId="{315127D7-9B6A-4D9D-B63A-26F8E7492882}" type="presOf" srcId="{987C52AB-F66A-48B9-8823-D9D7AA42BB72}" destId="{1BC6E974-F548-44BB-BAEB-93BCFEB0782A}" srcOrd="0" destOrd="0" presId="urn:microsoft.com/office/officeart/2005/8/layout/hierarchy3"/>
    <dgm:cxn modelId="{1F8BB5FE-48A6-4642-8886-82F79D268CC3}" type="presOf" srcId="{A736DED1-35E8-4EA7-BD62-3ADC62B0C506}" destId="{3E58B9C1-E63D-4B3A-8881-3A0FDE4BD5D0}" srcOrd="1" destOrd="0" presId="urn:microsoft.com/office/officeart/2005/8/layout/hierarchy3"/>
    <dgm:cxn modelId="{BCE0126F-C160-4463-9C32-811D39689220}" type="presParOf" srcId="{1BC6E974-F548-44BB-BAEB-93BCFEB0782A}" destId="{C35AEF92-245B-472A-9F00-7C18953E4A02}" srcOrd="0" destOrd="0" presId="urn:microsoft.com/office/officeart/2005/8/layout/hierarchy3"/>
    <dgm:cxn modelId="{7628316D-FC99-4F4E-96EB-1DD98DC46676}" type="presParOf" srcId="{C35AEF92-245B-472A-9F00-7C18953E4A02}" destId="{C654AF92-3DDC-48E3-8F2C-6D2203AB559E}" srcOrd="0" destOrd="0" presId="urn:microsoft.com/office/officeart/2005/8/layout/hierarchy3"/>
    <dgm:cxn modelId="{FC8897FB-ED25-46CA-8E0E-C2399EEE242E}" type="presParOf" srcId="{C654AF92-3DDC-48E3-8F2C-6D2203AB559E}" destId="{585BC34B-83B0-4EDD-A74F-444C0845AAC3}" srcOrd="0" destOrd="0" presId="urn:microsoft.com/office/officeart/2005/8/layout/hierarchy3"/>
    <dgm:cxn modelId="{E2BA6B0C-3C21-45FF-902F-564C074F91A8}" type="presParOf" srcId="{C654AF92-3DDC-48E3-8F2C-6D2203AB559E}" destId="{3E58B9C1-E63D-4B3A-8881-3A0FDE4BD5D0}" srcOrd="1" destOrd="0" presId="urn:microsoft.com/office/officeart/2005/8/layout/hierarchy3"/>
    <dgm:cxn modelId="{89E156CC-2F85-4D4F-8260-8A657676AB99}" type="presParOf" srcId="{C35AEF92-245B-472A-9F00-7C18953E4A02}" destId="{9CEEB6C7-EAF3-43DA-948E-01245DD0FC06}" srcOrd="1" destOrd="0" presId="urn:microsoft.com/office/officeart/2005/8/layout/hierarchy3"/>
    <dgm:cxn modelId="{790A286B-CEB7-4C00-9F42-A178DFE36F58}" type="presParOf" srcId="{9CEEB6C7-EAF3-43DA-948E-01245DD0FC06}" destId="{F3BBD669-AD7B-4D21-87DB-1E994753E63A}" srcOrd="0" destOrd="0" presId="urn:microsoft.com/office/officeart/2005/8/layout/hierarchy3"/>
    <dgm:cxn modelId="{69532AF3-B72E-46F2-8544-E45E6176BCE1}" type="presParOf" srcId="{9CEEB6C7-EAF3-43DA-948E-01245DD0FC06}" destId="{5DDCF9A1-1640-4968-B8F6-C5EB40BF9777}" srcOrd="1" destOrd="0" presId="urn:microsoft.com/office/officeart/2005/8/layout/hierarchy3"/>
    <dgm:cxn modelId="{20830C44-229B-4B70-AB0D-B21324CDE28D}" type="presParOf" srcId="{1BC6E974-F548-44BB-BAEB-93BCFEB0782A}" destId="{2CA95C41-CB39-4A6E-9CEF-03CE1C2E9C68}" srcOrd="1" destOrd="0" presId="urn:microsoft.com/office/officeart/2005/8/layout/hierarchy3"/>
    <dgm:cxn modelId="{AE4EA8C4-DAFA-470A-A379-DDDF96EE7C25}" type="presParOf" srcId="{2CA95C41-CB39-4A6E-9CEF-03CE1C2E9C68}" destId="{9454900E-D5F2-4B41-B4E8-783C4AFCDE47}" srcOrd="0" destOrd="0" presId="urn:microsoft.com/office/officeart/2005/8/layout/hierarchy3"/>
    <dgm:cxn modelId="{7F484DFF-BCAB-4D2D-B377-0CD66D8C3DC5}" type="presParOf" srcId="{9454900E-D5F2-4B41-B4E8-783C4AFCDE47}" destId="{F9ABC2BB-4731-461B-A552-70ABF46B5061}" srcOrd="0" destOrd="0" presId="urn:microsoft.com/office/officeart/2005/8/layout/hierarchy3"/>
    <dgm:cxn modelId="{86E96425-43F1-433C-B75B-E75FC89AEB20}" type="presParOf" srcId="{9454900E-D5F2-4B41-B4E8-783C4AFCDE47}" destId="{834138A9-A192-4F4E-8BF5-02F96082E097}" srcOrd="1" destOrd="0" presId="urn:microsoft.com/office/officeart/2005/8/layout/hierarchy3"/>
    <dgm:cxn modelId="{03EA57AB-DDAE-4BC4-BA22-EB15A40149FD}" type="presParOf" srcId="{2CA95C41-CB39-4A6E-9CEF-03CE1C2E9C68}" destId="{F3EA4274-17D3-43F5-8BFA-1733B0264471}" srcOrd="1" destOrd="0" presId="urn:microsoft.com/office/officeart/2005/8/layout/hierarchy3"/>
    <dgm:cxn modelId="{EB31D8F8-0EF5-4147-8F5A-737FA3B3CA9B}" type="presParOf" srcId="{F3EA4274-17D3-43F5-8BFA-1733B0264471}" destId="{74257116-E7AA-4F1C-BFA8-6B6714A0D364}" srcOrd="0" destOrd="0" presId="urn:microsoft.com/office/officeart/2005/8/layout/hierarchy3"/>
    <dgm:cxn modelId="{B9D3323E-5E3A-48CC-A3F3-FFCD78693E27}" type="presParOf" srcId="{F3EA4274-17D3-43F5-8BFA-1733B0264471}" destId="{BF4D5331-0871-4A69-BCE3-4C5C9563C352}" srcOrd="1" destOrd="0" presId="urn:microsoft.com/office/officeart/2005/8/layout/hierarchy3"/>
    <dgm:cxn modelId="{7B054723-A682-4077-9053-1F67AF31A89C}" type="presParOf" srcId="{1BC6E974-F548-44BB-BAEB-93BCFEB0782A}" destId="{6B3E91A7-6823-4DAF-BDAA-77FBBCBE452D}" srcOrd="2" destOrd="0" presId="urn:microsoft.com/office/officeart/2005/8/layout/hierarchy3"/>
    <dgm:cxn modelId="{626F2D38-C8AD-4196-ADC6-7E3360730C91}" type="presParOf" srcId="{6B3E91A7-6823-4DAF-BDAA-77FBBCBE452D}" destId="{98E8AFF9-1023-4426-8D80-7EF4988CD05D}" srcOrd="0" destOrd="0" presId="urn:microsoft.com/office/officeart/2005/8/layout/hierarchy3"/>
    <dgm:cxn modelId="{DD39E2AE-00CA-4DCB-BB97-1AEE81749D2A}" type="presParOf" srcId="{98E8AFF9-1023-4426-8D80-7EF4988CD05D}" destId="{247FF3D2-FA93-4976-8671-96E678EF8C8B}" srcOrd="0" destOrd="0" presId="urn:microsoft.com/office/officeart/2005/8/layout/hierarchy3"/>
    <dgm:cxn modelId="{9E8F168E-81BF-4DA8-999B-27D4DC483BFA}" type="presParOf" srcId="{98E8AFF9-1023-4426-8D80-7EF4988CD05D}" destId="{952E49FD-688A-4EB2-AA69-2CE6B6E715DD}" srcOrd="1" destOrd="0" presId="urn:microsoft.com/office/officeart/2005/8/layout/hierarchy3"/>
    <dgm:cxn modelId="{8B688064-166F-4506-99D2-05179E5A31DF}" type="presParOf" srcId="{6B3E91A7-6823-4DAF-BDAA-77FBBCBE452D}" destId="{7D171C98-2A1E-4D22-A7A3-52A01AFAECCD}" srcOrd="1" destOrd="0" presId="urn:microsoft.com/office/officeart/2005/8/layout/hierarchy3"/>
    <dgm:cxn modelId="{C2DD5A02-89D0-4BCF-82F1-51DA9E1B1C9A}" type="presParOf" srcId="{7D171C98-2A1E-4D22-A7A3-52A01AFAECCD}" destId="{8A990D84-7434-46DB-A53F-32D661F368EE}" srcOrd="0" destOrd="0" presId="urn:microsoft.com/office/officeart/2005/8/layout/hierarchy3"/>
    <dgm:cxn modelId="{FEE0DA9D-FB45-4354-B9B9-DE5B15374D09}" type="presParOf" srcId="{7D171C98-2A1E-4D22-A7A3-52A01AFAECCD}" destId="{E5A8B366-9566-4E53-9463-52DB09DCC130}" srcOrd="1" destOrd="0" presId="urn:microsoft.com/office/officeart/2005/8/layout/hierarchy3"/>
    <dgm:cxn modelId="{8337EEC1-4012-4E9F-B993-FB272C055E31}" type="presParOf" srcId="{1BC6E974-F548-44BB-BAEB-93BCFEB0782A}" destId="{16C973FA-FD3C-4759-8BA7-2ED9B7CC65A9}" srcOrd="3" destOrd="0" presId="urn:microsoft.com/office/officeart/2005/8/layout/hierarchy3"/>
    <dgm:cxn modelId="{59F0A1D3-9A5B-492F-807E-AC4C8F548C77}" type="presParOf" srcId="{16C973FA-FD3C-4759-8BA7-2ED9B7CC65A9}" destId="{074DF8B7-BF90-4BD1-9916-E0FAAD7A45A3}" srcOrd="0" destOrd="0" presId="urn:microsoft.com/office/officeart/2005/8/layout/hierarchy3"/>
    <dgm:cxn modelId="{5900A447-9082-4331-A33E-80718BBFA3C9}" type="presParOf" srcId="{074DF8B7-BF90-4BD1-9916-E0FAAD7A45A3}" destId="{F5666AB8-BBD3-47BB-A803-1D1E70A53F95}" srcOrd="0" destOrd="0" presId="urn:microsoft.com/office/officeart/2005/8/layout/hierarchy3"/>
    <dgm:cxn modelId="{1BFBE00A-4C63-4DF4-8B69-C10D0279FDF6}" type="presParOf" srcId="{074DF8B7-BF90-4BD1-9916-E0FAAD7A45A3}" destId="{62419DF6-EA1C-41DE-991D-1E90C7A945EF}" srcOrd="1" destOrd="0" presId="urn:microsoft.com/office/officeart/2005/8/layout/hierarchy3"/>
    <dgm:cxn modelId="{89E525AA-8BDC-42D8-A8F9-E79C72481900}" type="presParOf" srcId="{16C973FA-FD3C-4759-8BA7-2ED9B7CC65A9}" destId="{06110FB8-EC9D-40B4-9896-CB3F0590CAA9}" srcOrd="1" destOrd="0" presId="urn:microsoft.com/office/officeart/2005/8/layout/hierarchy3"/>
    <dgm:cxn modelId="{788A50D6-2915-494E-AED0-6950B8BF86FE}" type="presParOf" srcId="{06110FB8-EC9D-40B4-9896-CB3F0590CAA9}" destId="{7DBB9C2F-AA2A-48CE-A593-DC3A854DD126}" srcOrd="0" destOrd="0" presId="urn:microsoft.com/office/officeart/2005/8/layout/hierarchy3"/>
    <dgm:cxn modelId="{F2CE6EC4-3DE9-41C3-A2EE-2C32A5BBDFF8}" type="presParOf" srcId="{06110FB8-EC9D-40B4-9896-CB3F0590CAA9}" destId="{C59DE615-4D3B-4C33-8360-1C682A62A40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93809BD-62CC-4621-8F90-8285B8EFEBE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7CE0D96-249F-4BE5-9563-B02D8650D8AF}">
      <dgm:prSet/>
      <dgm:spPr/>
      <dgm:t>
        <a:bodyPr/>
        <a:lstStyle/>
        <a:p>
          <a:r>
            <a:rPr lang="en-US" dirty="0"/>
            <a:t>Start with the software engineering question you want answered.</a:t>
          </a:r>
        </a:p>
      </dgm:t>
    </dgm:pt>
    <dgm:pt modelId="{B0171C20-283F-4926-B970-A83F067BD28F}" type="parTrans" cxnId="{2C184D37-8A1B-472D-A8A9-2EAE4A845AF5}">
      <dgm:prSet/>
      <dgm:spPr/>
      <dgm:t>
        <a:bodyPr/>
        <a:lstStyle/>
        <a:p>
          <a:endParaRPr lang="en-US"/>
        </a:p>
      </dgm:t>
    </dgm:pt>
    <dgm:pt modelId="{809DBB06-D2FF-47E2-9851-A8207314509F}" type="sibTrans" cxnId="{2C184D37-8A1B-472D-A8A9-2EAE4A845AF5}">
      <dgm:prSet/>
      <dgm:spPr/>
      <dgm:t>
        <a:bodyPr/>
        <a:lstStyle/>
        <a:p>
          <a:endParaRPr lang="en-US"/>
        </a:p>
      </dgm:t>
    </dgm:pt>
    <dgm:pt modelId="{67841AC3-08C0-4ED4-B756-53DCC3BF27C4}">
      <dgm:prSet/>
      <dgm:spPr/>
      <dgm:t>
        <a:bodyPr/>
        <a:lstStyle/>
        <a:p>
          <a:r>
            <a:rPr lang="en-US" dirty="0"/>
            <a:t>Identify the claims you hope to make.</a:t>
          </a:r>
        </a:p>
      </dgm:t>
    </dgm:pt>
    <dgm:pt modelId="{DB05E130-2C12-4350-93C9-0A679B1D43E6}" type="parTrans" cxnId="{0248D509-187F-4924-B368-D27F2EC5F691}">
      <dgm:prSet/>
      <dgm:spPr/>
      <dgm:t>
        <a:bodyPr/>
        <a:lstStyle/>
        <a:p>
          <a:endParaRPr lang="en-US"/>
        </a:p>
      </dgm:t>
    </dgm:pt>
    <dgm:pt modelId="{D3BEE2B0-14CB-4FD2-B188-9609F1A8F1F2}" type="sibTrans" cxnId="{0248D509-187F-4924-B368-D27F2EC5F691}">
      <dgm:prSet/>
      <dgm:spPr/>
      <dgm:t>
        <a:bodyPr/>
        <a:lstStyle/>
        <a:p>
          <a:endParaRPr lang="en-US"/>
        </a:p>
      </dgm:t>
    </dgm:pt>
    <dgm:pt modelId="{CB61F2CD-473E-4482-A101-5E89F0854C29}">
      <dgm:prSet/>
      <dgm:spPr/>
      <dgm:t>
        <a:bodyPr/>
        <a:lstStyle/>
        <a:p>
          <a:r>
            <a:rPr lang="en-US" dirty="0"/>
            <a:t>Design a study to find evidence supporting the claim (or not).</a:t>
          </a:r>
        </a:p>
      </dgm:t>
    </dgm:pt>
    <dgm:pt modelId="{5DD668F4-B1CD-4ACC-864E-3BE32E1368A7}" type="parTrans" cxnId="{147BA70B-1E38-4C77-939D-22C2C32CC61A}">
      <dgm:prSet/>
      <dgm:spPr/>
      <dgm:t>
        <a:bodyPr/>
        <a:lstStyle/>
        <a:p>
          <a:endParaRPr lang="en-US"/>
        </a:p>
      </dgm:t>
    </dgm:pt>
    <dgm:pt modelId="{516FB415-2CE6-490B-898A-227F009CA1DB}" type="sibTrans" cxnId="{147BA70B-1E38-4C77-939D-22C2C32CC61A}">
      <dgm:prSet/>
      <dgm:spPr/>
      <dgm:t>
        <a:bodyPr/>
        <a:lstStyle/>
        <a:p>
          <a:endParaRPr lang="en-US"/>
        </a:p>
      </dgm:t>
    </dgm:pt>
    <dgm:pt modelId="{4C03E5B2-4863-43F1-9F0E-0F9F4B27AE70}">
      <dgm:prSet/>
      <dgm:spPr/>
      <dgm:t>
        <a:bodyPr/>
        <a:lstStyle/>
        <a:p>
          <a:r>
            <a:rPr lang="en-US" dirty="0"/>
            <a:t>Circle back to your question.</a:t>
          </a:r>
        </a:p>
      </dgm:t>
    </dgm:pt>
    <dgm:pt modelId="{6287E620-9026-4F7F-9372-990D0797632B}" type="parTrans" cxnId="{E1542BC1-3E17-40DC-9E92-6D9EBEFDA740}">
      <dgm:prSet/>
      <dgm:spPr/>
      <dgm:t>
        <a:bodyPr/>
        <a:lstStyle/>
        <a:p>
          <a:endParaRPr lang="en-US"/>
        </a:p>
      </dgm:t>
    </dgm:pt>
    <dgm:pt modelId="{16C32B6D-D41A-4FAB-B163-7CC7C9769DC1}" type="sibTrans" cxnId="{E1542BC1-3E17-40DC-9E92-6D9EBEFDA740}">
      <dgm:prSet/>
      <dgm:spPr/>
      <dgm:t>
        <a:bodyPr/>
        <a:lstStyle/>
        <a:p>
          <a:endParaRPr lang="en-US"/>
        </a:p>
      </dgm:t>
    </dgm:pt>
    <dgm:pt modelId="{827D8754-F04C-4B04-8463-DE28104352F8}" type="pres">
      <dgm:prSet presAssocID="{A93809BD-62CC-4621-8F90-8285B8EFEBE2}" presName="linear" presStyleCnt="0">
        <dgm:presLayoutVars>
          <dgm:animLvl val="lvl"/>
          <dgm:resizeHandles val="exact"/>
        </dgm:presLayoutVars>
      </dgm:prSet>
      <dgm:spPr/>
    </dgm:pt>
    <dgm:pt modelId="{6AA0B596-4987-474F-97A9-9AFF14DBBB05}" type="pres">
      <dgm:prSet presAssocID="{F7CE0D96-249F-4BE5-9563-B02D8650D8A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D8D433B-2328-4B76-9573-8839B816CC52}" type="pres">
      <dgm:prSet presAssocID="{809DBB06-D2FF-47E2-9851-A8207314509F}" presName="spacer" presStyleCnt="0"/>
      <dgm:spPr/>
    </dgm:pt>
    <dgm:pt modelId="{EE223D72-94C6-475F-92B0-22DB7D77CE93}" type="pres">
      <dgm:prSet presAssocID="{67841AC3-08C0-4ED4-B756-53DCC3BF27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780755-1937-49CD-BC9D-93EECBB526ED}" type="pres">
      <dgm:prSet presAssocID="{D3BEE2B0-14CB-4FD2-B188-9609F1A8F1F2}" presName="spacer" presStyleCnt="0"/>
      <dgm:spPr/>
    </dgm:pt>
    <dgm:pt modelId="{DE236970-8D34-4ECF-B79F-79152ACF6617}" type="pres">
      <dgm:prSet presAssocID="{CB61F2CD-473E-4482-A101-5E89F0854C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EA5265-F522-4824-B3FB-4AAA4684D534}" type="pres">
      <dgm:prSet presAssocID="{516FB415-2CE6-490B-898A-227F009CA1DB}" presName="spacer" presStyleCnt="0"/>
      <dgm:spPr/>
    </dgm:pt>
    <dgm:pt modelId="{6ABD84FF-287A-407F-B6DD-80D319EA6B7D}" type="pres">
      <dgm:prSet presAssocID="{4C03E5B2-4863-43F1-9F0E-0F9F4B27AE7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1C20300-C3FC-42BD-B658-22F16AD66DE1}" type="presOf" srcId="{67841AC3-08C0-4ED4-B756-53DCC3BF27C4}" destId="{EE223D72-94C6-475F-92B0-22DB7D77CE93}" srcOrd="0" destOrd="0" presId="urn:microsoft.com/office/officeart/2005/8/layout/vList2"/>
    <dgm:cxn modelId="{0248D509-187F-4924-B368-D27F2EC5F691}" srcId="{A93809BD-62CC-4621-8F90-8285B8EFEBE2}" destId="{67841AC3-08C0-4ED4-B756-53DCC3BF27C4}" srcOrd="1" destOrd="0" parTransId="{DB05E130-2C12-4350-93C9-0A679B1D43E6}" sibTransId="{D3BEE2B0-14CB-4FD2-B188-9609F1A8F1F2}"/>
    <dgm:cxn modelId="{147BA70B-1E38-4C77-939D-22C2C32CC61A}" srcId="{A93809BD-62CC-4621-8F90-8285B8EFEBE2}" destId="{CB61F2CD-473E-4482-A101-5E89F0854C29}" srcOrd="2" destOrd="0" parTransId="{5DD668F4-B1CD-4ACC-864E-3BE32E1368A7}" sibTransId="{516FB415-2CE6-490B-898A-227F009CA1DB}"/>
    <dgm:cxn modelId="{1659A124-F3F9-4AAE-8A95-0B9884348EB1}" type="presOf" srcId="{CB61F2CD-473E-4482-A101-5E89F0854C29}" destId="{DE236970-8D34-4ECF-B79F-79152ACF6617}" srcOrd="0" destOrd="0" presId="urn:microsoft.com/office/officeart/2005/8/layout/vList2"/>
    <dgm:cxn modelId="{2C184D37-8A1B-472D-A8A9-2EAE4A845AF5}" srcId="{A93809BD-62CC-4621-8F90-8285B8EFEBE2}" destId="{F7CE0D96-249F-4BE5-9563-B02D8650D8AF}" srcOrd="0" destOrd="0" parTransId="{B0171C20-283F-4926-B970-A83F067BD28F}" sibTransId="{809DBB06-D2FF-47E2-9851-A8207314509F}"/>
    <dgm:cxn modelId="{1037F874-2C6C-425B-A1B5-5E932B8A3367}" type="presOf" srcId="{A93809BD-62CC-4621-8F90-8285B8EFEBE2}" destId="{827D8754-F04C-4B04-8463-DE28104352F8}" srcOrd="0" destOrd="0" presId="urn:microsoft.com/office/officeart/2005/8/layout/vList2"/>
    <dgm:cxn modelId="{13C1397F-8C49-4C3D-BDAF-EBF6EC35BD70}" type="presOf" srcId="{F7CE0D96-249F-4BE5-9563-B02D8650D8AF}" destId="{6AA0B596-4987-474F-97A9-9AFF14DBBB05}" srcOrd="0" destOrd="0" presId="urn:microsoft.com/office/officeart/2005/8/layout/vList2"/>
    <dgm:cxn modelId="{E1542BC1-3E17-40DC-9E92-6D9EBEFDA740}" srcId="{A93809BD-62CC-4621-8F90-8285B8EFEBE2}" destId="{4C03E5B2-4863-43F1-9F0E-0F9F4B27AE70}" srcOrd="3" destOrd="0" parTransId="{6287E620-9026-4F7F-9372-990D0797632B}" sibTransId="{16C32B6D-D41A-4FAB-B163-7CC7C9769DC1}"/>
    <dgm:cxn modelId="{550B2AFC-A081-44AF-B509-172345B9A280}" type="presOf" srcId="{4C03E5B2-4863-43F1-9F0E-0F9F4B27AE70}" destId="{6ABD84FF-287A-407F-B6DD-80D319EA6B7D}" srcOrd="0" destOrd="0" presId="urn:microsoft.com/office/officeart/2005/8/layout/vList2"/>
    <dgm:cxn modelId="{3A9BBCAE-E8BE-4D30-8A00-7EA691657CFA}" type="presParOf" srcId="{827D8754-F04C-4B04-8463-DE28104352F8}" destId="{6AA0B596-4987-474F-97A9-9AFF14DBBB05}" srcOrd="0" destOrd="0" presId="urn:microsoft.com/office/officeart/2005/8/layout/vList2"/>
    <dgm:cxn modelId="{6BC0F075-C8A9-4A40-BEDE-546075C9880F}" type="presParOf" srcId="{827D8754-F04C-4B04-8463-DE28104352F8}" destId="{FD8D433B-2328-4B76-9573-8839B816CC52}" srcOrd="1" destOrd="0" presId="urn:microsoft.com/office/officeart/2005/8/layout/vList2"/>
    <dgm:cxn modelId="{9B5749ED-4874-457E-9D2C-407AE7AF3F5A}" type="presParOf" srcId="{827D8754-F04C-4B04-8463-DE28104352F8}" destId="{EE223D72-94C6-475F-92B0-22DB7D77CE93}" srcOrd="2" destOrd="0" presId="urn:microsoft.com/office/officeart/2005/8/layout/vList2"/>
    <dgm:cxn modelId="{66153A91-459D-40BC-9D24-E5FB63B4C05C}" type="presParOf" srcId="{827D8754-F04C-4B04-8463-DE28104352F8}" destId="{0F780755-1937-49CD-BC9D-93EECBB526ED}" srcOrd="3" destOrd="0" presId="urn:microsoft.com/office/officeart/2005/8/layout/vList2"/>
    <dgm:cxn modelId="{AB43DB17-4D12-466A-964D-CADB263DD864}" type="presParOf" srcId="{827D8754-F04C-4B04-8463-DE28104352F8}" destId="{DE236970-8D34-4ECF-B79F-79152ACF6617}" srcOrd="4" destOrd="0" presId="urn:microsoft.com/office/officeart/2005/8/layout/vList2"/>
    <dgm:cxn modelId="{001E2C5F-733E-4175-BFC2-445586F97F46}" type="presParOf" srcId="{827D8754-F04C-4B04-8463-DE28104352F8}" destId="{A4EA5265-F522-4824-B3FB-4AAA4684D534}" srcOrd="5" destOrd="0" presId="urn:microsoft.com/office/officeart/2005/8/layout/vList2"/>
    <dgm:cxn modelId="{B3B35D1F-8499-4288-9B8B-C146A53FA6E7}" type="presParOf" srcId="{827D8754-F04C-4B04-8463-DE28104352F8}" destId="{6ABD84FF-287A-407F-B6DD-80D319EA6B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7BAC3-8325-4457-9672-71FCB82BD24A}">
      <dsp:nvSpPr>
        <dsp:cNvPr id="0" name=""/>
        <dsp:cNvSpPr/>
      </dsp:nvSpPr>
      <dsp:spPr>
        <a:xfrm>
          <a:off x="6360" y="699348"/>
          <a:ext cx="1435074" cy="821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Define the question</a:t>
          </a:r>
        </a:p>
      </dsp:txBody>
      <dsp:txXfrm>
        <a:off x="6360" y="699348"/>
        <a:ext cx="1435074" cy="547337"/>
      </dsp:txXfrm>
    </dsp:sp>
    <dsp:sp modelId="{B2C229B5-578C-499E-BCB8-043B216B5767}">
      <dsp:nvSpPr>
        <dsp:cNvPr id="0" name=""/>
        <dsp:cNvSpPr/>
      </dsp:nvSpPr>
      <dsp:spPr>
        <a:xfrm>
          <a:off x="300291" y="1246686"/>
          <a:ext cx="1435074" cy="85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What is the phenomenon?</a:t>
          </a:r>
        </a:p>
      </dsp:txBody>
      <dsp:txXfrm>
        <a:off x="325386" y="1271781"/>
        <a:ext cx="1384884" cy="806610"/>
      </dsp:txXfrm>
    </dsp:sp>
    <dsp:sp modelId="{274AE696-D6EE-47A4-8604-EE18C7C82DFB}">
      <dsp:nvSpPr>
        <dsp:cNvPr id="0" name=""/>
        <dsp:cNvSpPr/>
      </dsp:nvSpPr>
      <dsp:spPr>
        <a:xfrm>
          <a:off x="1658987" y="794371"/>
          <a:ext cx="461210" cy="357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658987" y="865829"/>
        <a:ext cx="354022" cy="214376"/>
      </dsp:txXfrm>
    </dsp:sp>
    <dsp:sp modelId="{67B22751-271B-4395-ACE5-811AD896DAE8}">
      <dsp:nvSpPr>
        <dsp:cNvPr id="0" name=""/>
        <dsp:cNvSpPr/>
      </dsp:nvSpPr>
      <dsp:spPr>
        <a:xfrm>
          <a:off x="2311643" y="699348"/>
          <a:ext cx="1435074" cy="821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Design the study</a:t>
          </a:r>
        </a:p>
      </dsp:txBody>
      <dsp:txXfrm>
        <a:off x="2311643" y="699348"/>
        <a:ext cx="1435074" cy="547337"/>
      </dsp:txXfrm>
    </dsp:sp>
    <dsp:sp modelId="{5853E4D8-1B9A-4069-AB64-E19A136F6806}">
      <dsp:nvSpPr>
        <dsp:cNvPr id="0" name=""/>
        <dsp:cNvSpPr/>
      </dsp:nvSpPr>
      <dsp:spPr>
        <a:xfrm>
          <a:off x="2605574" y="1246686"/>
          <a:ext cx="1435074" cy="85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What method(s) work best?</a:t>
          </a:r>
        </a:p>
      </dsp:txBody>
      <dsp:txXfrm>
        <a:off x="2630669" y="1271781"/>
        <a:ext cx="1384884" cy="806610"/>
      </dsp:txXfrm>
    </dsp:sp>
    <dsp:sp modelId="{BC8A7E99-A260-4310-9ED2-5BAB31EE953B}">
      <dsp:nvSpPr>
        <dsp:cNvPr id="0" name=""/>
        <dsp:cNvSpPr/>
      </dsp:nvSpPr>
      <dsp:spPr>
        <a:xfrm>
          <a:off x="3964271" y="794371"/>
          <a:ext cx="461210" cy="357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964271" y="865829"/>
        <a:ext cx="354022" cy="214376"/>
      </dsp:txXfrm>
    </dsp:sp>
    <dsp:sp modelId="{5F34E9DB-6A94-41B2-B28A-911F84979D39}">
      <dsp:nvSpPr>
        <dsp:cNvPr id="0" name=""/>
        <dsp:cNvSpPr/>
      </dsp:nvSpPr>
      <dsp:spPr>
        <a:xfrm>
          <a:off x="4616927" y="699348"/>
          <a:ext cx="1435074" cy="821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Collect data</a:t>
          </a:r>
        </a:p>
      </dsp:txBody>
      <dsp:txXfrm>
        <a:off x="4616927" y="699348"/>
        <a:ext cx="1435074" cy="547337"/>
      </dsp:txXfrm>
    </dsp:sp>
    <dsp:sp modelId="{816A1047-C6EE-4DE3-8D0C-805A610ABDBD}">
      <dsp:nvSpPr>
        <dsp:cNvPr id="0" name=""/>
        <dsp:cNvSpPr/>
      </dsp:nvSpPr>
      <dsp:spPr>
        <a:xfrm>
          <a:off x="4910858" y="1246686"/>
          <a:ext cx="1435074" cy="85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What evidence can we collect?</a:t>
          </a:r>
        </a:p>
      </dsp:txBody>
      <dsp:txXfrm>
        <a:off x="4935953" y="1271781"/>
        <a:ext cx="1384884" cy="806610"/>
      </dsp:txXfrm>
    </dsp:sp>
    <dsp:sp modelId="{B190171E-CF84-421A-9DE5-44A905BBAEC5}">
      <dsp:nvSpPr>
        <dsp:cNvPr id="0" name=""/>
        <dsp:cNvSpPr/>
      </dsp:nvSpPr>
      <dsp:spPr>
        <a:xfrm>
          <a:off x="6269554" y="794371"/>
          <a:ext cx="461210" cy="357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269554" y="865829"/>
        <a:ext cx="354022" cy="214376"/>
      </dsp:txXfrm>
    </dsp:sp>
    <dsp:sp modelId="{FC55D3A7-EF4E-4529-AD47-F3C115068BDF}">
      <dsp:nvSpPr>
        <dsp:cNvPr id="0" name=""/>
        <dsp:cNvSpPr/>
      </dsp:nvSpPr>
      <dsp:spPr>
        <a:xfrm>
          <a:off x="6922211" y="699348"/>
          <a:ext cx="1435074" cy="821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Analyze data</a:t>
          </a:r>
        </a:p>
      </dsp:txBody>
      <dsp:txXfrm>
        <a:off x="6922211" y="699348"/>
        <a:ext cx="1435074" cy="547337"/>
      </dsp:txXfrm>
    </dsp:sp>
    <dsp:sp modelId="{96133BAC-56E4-4164-8E8A-9D2C76F73ED0}">
      <dsp:nvSpPr>
        <dsp:cNvPr id="0" name=""/>
        <dsp:cNvSpPr/>
      </dsp:nvSpPr>
      <dsp:spPr>
        <a:xfrm>
          <a:off x="7216142" y="1246686"/>
          <a:ext cx="1435074" cy="85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What patterns or effects appear?</a:t>
          </a:r>
        </a:p>
      </dsp:txBody>
      <dsp:txXfrm>
        <a:off x="7241237" y="1271781"/>
        <a:ext cx="1384884" cy="806610"/>
      </dsp:txXfrm>
    </dsp:sp>
    <dsp:sp modelId="{A58EC7EE-7D6F-4773-BF7D-7D7A9408CEA8}">
      <dsp:nvSpPr>
        <dsp:cNvPr id="0" name=""/>
        <dsp:cNvSpPr/>
      </dsp:nvSpPr>
      <dsp:spPr>
        <a:xfrm>
          <a:off x="8574838" y="794371"/>
          <a:ext cx="461210" cy="3572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8574838" y="865829"/>
        <a:ext cx="354022" cy="214376"/>
      </dsp:txXfrm>
    </dsp:sp>
    <dsp:sp modelId="{A51023A7-2D1B-4DFF-9A97-865B738EAB50}">
      <dsp:nvSpPr>
        <dsp:cNvPr id="0" name=""/>
        <dsp:cNvSpPr/>
      </dsp:nvSpPr>
      <dsp:spPr>
        <a:xfrm>
          <a:off x="9227494" y="699348"/>
          <a:ext cx="1435074" cy="821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 the question</a:t>
          </a:r>
        </a:p>
      </dsp:txBody>
      <dsp:txXfrm>
        <a:off x="9227494" y="699348"/>
        <a:ext cx="1435074" cy="547337"/>
      </dsp:txXfrm>
    </dsp:sp>
    <dsp:sp modelId="{838DB0AD-C058-43D0-A3AA-D161AE8EA6C9}">
      <dsp:nvSpPr>
        <dsp:cNvPr id="0" name=""/>
        <dsp:cNvSpPr/>
      </dsp:nvSpPr>
      <dsp:spPr>
        <a:xfrm>
          <a:off x="9521425" y="1246686"/>
          <a:ext cx="1435074" cy="85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What can we defensibly conclude?</a:t>
          </a:r>
        </a:p>
      </dsp:txBody>
      <dsp:txXfrm>
        <a:off x="9546520" y="1271781"/>
        <a:ext cx="1384884" cy="8066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0428E-9B59-453D-818C-FA5BBE62CC5B}">
      <dsp:nvSpPr>
        <dsp:cNvPr id="0" name=""/>
        <dsp:cNvSpPr/>
      </dsp:nvSpPr>
      <dsp:spPr>
        <a:xfrm>
          <a:off x="0" y="1577"/>
          <a:ext cx="929971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15453E-59D3-4B24-9693-2C54C6FEC4CD}">
      <dsp:nvSpPr>
        <dsp:cNvPr id="0" name=""/>
        <dsp:cNvSpPr/>
      </dsp:nvSpPr>
      <dsp:spPr>
        <a:xfrm>
          <a:off x="0" y="1577"/>
          <a:ext cx="9299713" cy="537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Code maintainability </a:t>
          </a:r>
        </a:p>
      </dsp:txBody>
      <dsp:txXfrm>
        <a:off x="0" y="1577"/>
        <a:ext cx="9299713" cy="537844"/>
      </dsp:txXfrm>
    </dsp:sp>
    <dsp:sp modelId="{86A7B402-EDE8-4193-A430-869075E63606}">
      <dsp:nvSpPr>
        <dsp:cNvPr id="0" name=""/>
        <dsp:cNvSpPr/>
      </dsp:nvSpPr>
      <dsp:spPr>
        <a:xfrm>
          <a:off x="0" y="539421"/>
          <a:ext cx="929971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E74830-7A48-4661-925B-C634A9951E03}">
      <dsp:nvSpPr>
        <dsp:cNvPr id="0" name=""/>
        <dsp:cNvSpPr/>
      </dsp:nvSpPr>
      <dsp:spPr>
        <a:xfrm>
          <a:off x="0" y="539421"/>
          <a:ext cx="9299713" cy="537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Tool evaluation</a:t>
          </a:r>
        </a:p>
      </dsp:txBody>
      <dsp:txXfrm>
        <a:off x="0" y="539421"/>
        <a:ext cx="9299713" cy="537844"/>
      </dsp:txXfrm>
    </dsp:sp>
    <dsp:sp modelId="{044EB284-1B4C-4FC4-87DD-3353F2D9504C}">
      <dsp:nvSpPr>
        <dsp:cNvPr id="0" name=""/>
        <dsp:cNvSpPr/>
      </dsp:nvSpPr>
      <dsp:spPr>
        <a:xfrm>
          <a:off x="0" y="1077265"/>
          <a:ext cx="929971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1AE8F2-3899-4C66-8CF2-959BB0486DB8}">
      <dsp:nvSpPr>
        <dsp:cNvPr id="0" name=""/>
        <dsp:cNvSpPr/>
      </dsp:nvSpPr>
      <dsp:spPr>
        <a:xfrm>
          <a:off x="0" y="1077265"/>
          <a:ext cx="9299713" cy="537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Testing and quality assurance</a:t>
          </a:r>
          <a:endParaRPr lang="en-US" sz="2400" kern="1200" dirty="0"/>
        </a:p>
      </dsp:txBody>
      <dsp:txXfrm>
        <a:off x="0" y="1077265"/>
        <a:ext cx="9299713" cy="537844"/>
      </dsp:txXfrm>
    </dsp:sp>
    <dsp:sp modelId="{81099105-0F08-4A4A-9979-D5BE9BB4C343}">
      <dsp:nvSpPr>
        <dsp:cNvPr id="0" name=""/>
        <dsp:cNvSpPr/>
      </dsp:nvSpPr>
      <dsp:spPr>
        <a:xfrm>
          <a:off x="0" y="1615109"/>
          <a:ext cx="929971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94115B-A3F4-4D0C-8A6B-516FCB0867E2}">
      <dsp:nvSpPr>
        <dsp:cNvPr id="0" name=""/>
        <dsp:cNvSpPr/>
      </dsp:nvSpPr>
      <dsp:spPr>
        <a:xfrm>
          <a:off x="0" y="1615109"/>
          <a:ext cx="9299713" cy="537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Software development practices</a:t>
          </a:r>
        </a:p>
      </dsp:txBody>
      <dsp:txXfrm>
        <a:off x="0" y="1615109"/>
        <a:ext cx="9299713" cy="537844"/>
      </dsp:txXfrm>
    </dsp:sp>
    <dsp:sp modelId="{3D650139-ECA1-4FFB-998E-503B7A215F41}">
      <dsp:nvSpPr>
        <dsp:cNvPr id="0" name=""/>
        <dsp:cNvSpPr/>
      </dsp:nvSpPr>
      <dsp:spPr>
        <a:xfrm>
          <a:off x="0" y="2152953"/>
          <a:ext cx="929971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9D5B78-7408-4678-9798-7129C5D9C0C8}">
      <dsp:nvSpPr>
        <dsp:cNvPr id="0" name=""/>
        <dsp:cNvSpPr/>
      </dsp:nvSpPr>
      <dsp:spPr>
        <a:xfrm>
          <a:off x="0" y="2152953"/>
          <a:ext cx="9299713" cy="537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Developer collaboration</a:t>
          </a:r>
        </a:p>
      </dsp:txBody>
      <dsp:txXfrm>
        <a:off x="0" y="2152953"/>
        <a:ext cx="9299713" cy="537844"/>
      </dsp:txXfrm>
    </dsp:sp>
    <dsp:sp modelId="{0E77D5D4-9E4A-410F-A6AE-50B80CDC1072}">
      <dsp:nvSpPr>
        <dsp:cNvPr id="0" name=""/>
        <dsp:cNvSpPr/>
      </dsp:nvSpPr>
      <dsp:spPr>
        <a:xfrm>
          <a:off x="0" y="2690797"/>
          <a:ext cx="929971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4D106F-7E6D-481C-851A-2F8447037205}">
      <dsp:nvSpPr>
        <dsp:cNvPr id="0" name=""/>
        <dsp:cNvSpPr/>
      </dsp:nvSpPr>
      <dsp:spPr>
        <a:xfrm>
          <a:off x="0" y="2690797"/>
          <a:ext cx="9299713" cy="537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Developer satisfaction</a:t>
          </a:r>
        </a:p>
      </dsp:txBody>
      <dsp:txXfrm>
        <a:off x="0" y="2690797"/>
        <a:ext cx="9299713" cy="537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4F7CD-09D0-42F2-9531-2AE412FD91DC}">
      <dsp:nvSpPr>
        <dsp:cNvPr id="0" name=""/>
        <dsp:cNvSpPr/>
      </dsp:nvSpPr>
      <dsp:spPr>
        <a:xfrm rot="5400000">
          <a:off x="6963856" y="-3130484"/>
          <a:ext cx="373503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Compare? Characterize? Evaluate?</a:t>
          </a:r>
        </a:p>
      </dsp:txBody>
      <dsp:txXfrm rot="-5400000">
        <a:off x="3785616" y="65989"/>
        <a:ext cx="6711751" cy="337037"/>
      </dsp:txXfrm>
    </dsp:sp>
    <dsp:sp modelId="{40F9DF1F-ECD6-4EFB-B676-A73C4274850F}">
      <dsp:nvSpPr>
        <dsp:cNvPr id="0" name=""/>
        <dsp:cNvSpPr/>
      </dsp:nvSpPr>
      <dsp:spPr>
        <a:xfrm>
          <a:off x="0" y="1067"/>
          <a:ext cx="3785616" cy="466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Purpose</a:t>
          </a:r>
        </a:p>
      </dsp:txBody>
      <dsp:txXfrm>
        <a:off x="22791" y="23858"/>
        <a:ext cx="3740034" cy="421297"/>
      </dsp:txXfrm>
    </dsp:sp>
    <dsp:sp modelId="{D9E74A6B-BD5B-4FB5-B5F7-F73FEEAB7EB8}">
      <dsp:nvSpPr>
        <dsp:cNvPr id="0" name=""/>
        <dsp:cNvSpPr/>
      </dsp:nvSpPr>
      <dsp:spPr>
        <a:xfrm rot="5400000">
          <a:off x="6963856" y="-2640260"/>
          <a:ext cx="373503" cy="67299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AI coding tools</a:t>
          </a:r>
        </a:p>
      </dsp:txBody>
      <dsp:txXfrm rot="-5400000">
        <a:off x="3785616" y="556213"/>
        <a:ext cx="6711751" cy="337037"/>
      </dsp:txXfrm>
    </dsp:sp>
    <dsp:sp modelId="{AFEC926D-080F-4071-9047-9351C1CF8EB3}">
      <dsp:nvSpPr>
        <dsp:cNvPr id="0" name=""/>
        <dsp:cNvSpPr/>
      </dsp:nvSpPr>
      <dsp:spPr>
        <a:xfrm>
          <a:off x="0" y="491291"/>
          <a:ext cx="3785616" cy="4668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Object of study</a:t>
          </a:r>
        </a:p>
      </dsp:txBody>
      <dsp:txXfrm>
        <a:off x="22791" y="514082"/>
        <a:ext cx="3740034" cy="421297"/>
      </dsp:txXfrm>
    </dsp:sp>
    <dsp:sp modelId="{598656E6-96B3-4BC5-AD2D-F84B514095FC}">
      <dsp:nvSpPr>
        <dsp:cNvPr id="0" name=""/>
        <dsp:cNvSpPr/>
      </dsp:nvSpPr>
      <dsp:spPr>
        <a:xfrm rot="5400000">
          <a:off x="6963856" y="-2150037"/>
          <a:ext cx="373503" cy="6729984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Improve productivity? </a:t>
          </a:r>
        </a:p>
      </dsp:txBody>
      <dsp:txXfrm rot="-5400000">
        <a:off x="3785616" y="1046436"/>
        <a:ext cx="6711751" cy="337037"/>
      </dsp:txXfrm>
    </dsp:sp>
    <dsp:sp modelId="{70DBB661-90DA-433D-9BB1-FDBF12ECD653}">
      <dsp:nvSpPr>
        <dsp:cNvPr id="0" name=""/>
        <dsp:cNvSpPr/>
      </dsp:nvSpPr>
      <dsp:spPr>
        <a:xfrm>
          <a:off x="0" y="981515"/>
          <a:ext cx="3785616" cy="46687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Focus</a:t>
          </a:r>
        </a:p>
      </dsp:txBody>
      <dsp:txXfrm>
        <a:off x="22791" y="1004306"/>
        <a:ext cx="3740034" cy="421297"/>
      </dsp:txXfrm>
    </dsp:sp>
    <dsp:sp modelId="{36073158-7A5C-40ED-91FF-1CAB3272F53B}">
      <dsp:nvSpPr>
        <dsp:cNvPr id="0" name=""/>
        <dsp:cNvSpPr/>
      </dsp:nvSpPr>
      <dsp:spPr>
        <a:xfrm rot="5400000">
          <a:off x="6963856" y="-1659813"/>
          <a:ext cx="373503" cy="67299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Developer or student? </a:t>
          </a:r>
        </a:p>
      </dsp:txBody>
      <dsp:txXfrm rot="-5400000">
        <a:off x="3785616" y="1536660"/>
        <a:ext cx="6711751" cy="337037"/>
      </dsp:txXfrm>
    </dsp:sp>
    <dsp:sp modelId="{8B8D8E65-FA31-43E1-81E2-AD25D979F0D5}">
      <dsp:nvSpPr>
        <dsp:cNvPr id="0" name=""/>
        <dsp:cNvSpPr/>
      </dsp:nvSpPr>
      <dsp:spPr>
        <a:xfrm>
          <a:off x="0" y="1471738"/>
          <a:ext cx="3785616" cy="4668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Perspective</a:t>
          </a:r>
        </a:p>
      </dsp:txBody>
      <dsp:txXfrm>
        <a:off x="22791" y="1494529"/>
        <a:ext cx="3740034" cy="421297"/>
      </dsp:txXfrm>
    </dsp:sp>
    <dsp:sp modelId="{2FF3540C-21E7-4FC5-A9D2-4EFBA0344FE8}">
      <dsp:nvSpPr>
        <dsp:cNvPr id="0" name=""/>
        <dsp:cNvSpPr/>
      </dsp:nvSpPr>
      <dsp:spPr>
        <a:xfrm rot="5400000">
          <a:off x="6963856" y="-1169589"/>
          <a:ext cx="373503" cy="6729984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Doing what? What types of projects?</a:t>
          </a:r>
        </a:p>
      </dsp:txBody>
      <dsp:txXfrm rot="-5400000">
        <a:off x="3785616" y="2026884"/>
        <a:ext cx="6711751" cy="337037"/>
      </dsp:txXfrm>
    </dsp:sp>
    <dsp:sp modelId="{00E56795-0E36-43C7-9EDE-29DE04D8C4E2}">
      <dsp:nvSpPr>
        <dsp:cNvPr id="0" name=""/>
        <dsp:cNvSpPr/>
      </dsp:nvSpPr>
      <dsp:spPr>
        <a:xfrm>
          <a:off x="0" y="1961962"/>
          <a:ext cx="3785616" cy="46687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Context</a:t>
          </a:r>
        </a:p>
      </dsp:txBody>
      <dsp:txXfrm>
        <a:off x="22791" y="1984753"/>
        <a:ext cx="3740034" cy="4212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E128F-D68B-4DCD-A3AC-34A5740E7359}">
      <dsp:nvSpPr>
        <dsp:cNvPr id="0" name=""/>
        <dsp:cNvSpPr/>
      </dsp:nvSpPr>
      <dsp:spPr>
        <a:xfrm>
          <a:off x="0" y="469759"/>
          <a:ext cx="6666833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Quantitative or qualitative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Comparison or observation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Human-based or artifact-based</a:t>
          </a:r>
        </a:p>
      </dsp:txBody>
      <dsp:txXfrm>
        <a:off x="0" y="469759"/>
        <a:ext cx="6666833" cy="1814400"/>
      </dsp:txXfrm>
    </dsp:sp>
    <dsp:sp modelId="{3A22BB73-87DD-4513-BD48-8EA4D9F8B248}">
      <dsp:nvSpPr>
        <dsp:cNvPr id="0" name=""/>
        <dsp:cNvSpPr/>
      </dsp:nvSpPr>
      <dsp:spPr>
        <a:xfrm>
          <a:off x="333341" y="11551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Range of methods</a:t>
          </a:r>
        </a:p>
      </dsp:txBody>
      <dsp:txXfrm>
        <a:off x="367926" y="150104"/>
        <a:ext cx="4597613" cy="639310"/>
      </dsp:txXfrm>
    </dsp:sp>
    <dsp:sp modelId="{DF49AEA3-A4C5-42FE-90C1-70B4C098A190}">
      <dsp:nvSpPr>
        <dsp:cNvPr id="0" name=""/>
        <dsp:cNvSpPr/>
      </dsp:nvSpPr>
      <dsp:spPr>
        <a:xfrm>
          <a:off x="0" y="2768000"/>
          <a:ext cx="6666833" cy="257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Controlled experiments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Mining software repositories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Interviews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Surveys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Case studies</a:t>
          </a:r>
        </a:p>
      </dsp:txBody>
      <dsp:txXfrm>
        <a:off x="0" y="2768000"/>
        <a:ext cx="6666833" cy="2570400"/>
      </dsp:txXfrm>
    </dsp:sp>
    <dsp:sp modelId="{55E5E869-668F-4C42-9C76-46FB8C955272}">
      <dsp:nvSpPr>
        <dsp:cNvPr id="0" name=""/>
        <dsp:cNvSpPr/>
      </dsp:nvSpPr>
      <dsp:spPr>
        <a:xfrm>
          <a:off x="333341" y="241375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Common types</a:t>
          </a:r>
        </a:p>
      </dsp:txBody>
      <dsp:txXfrm>
        <a:off x="367926" y="2448344"/>
        <a:ext cx="4597613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4F7CD-09D0-42F2-9531-2AE412FD91DC}">
      <dsp:nvSpPr>
        <dsp:cNvPr id="0" name=""/>
        <dsp:cNvSpPr/>
      </dsp:nvSpPr>
      <dsp:spPr>
        <a:xfrm rot="5400000">
          <a:off x="6731621" y="-2839081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700" kern="1200" dirty="0"/>
            <a:t>“Does AI cause faster task completion?”</a:t>
          </a:r>
        </a:p>
      </dsp:txBody>
      <dsp:txXfrm rot="-5400000">
        <a:off x="3785615" y="147831"/>
        <a:ext cx="6689078" cy="756160"/>
      </dsp:txXfrm>
    </dsp:sp>
    <dsp:sp modelId="{40F9DF1F-ECD6-4EFB-B676-A73C4274850F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Controlled experiment</a:t>
          </a:r>
        </a:p>
      </dsp:txBody>
      <dsp:txXfrm>
        <a:off x="51133" y="53310"/>
        <a:ext cx="3683350" cy="945199"/>
      </dsp:txXfrm>
    </dsp:sp>
    <dsp:sp modelId="{D9E74A6B-BD5B-4FB5-B5F7-F73FEEAB7EB8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700" kern="1200" dirty="0"/>
            <a:t>“What patterns appear after AI adoption?”</a:t>
          </a:r>
        </a:p>
      </dsp:txBody>
      <dsp:txXfrm rot="-5400000">
        <a:off x="3785615" y="1247670"/>
        <a:ext cx="6689078" cy="756160"/>
      </dsp:txXfrm>
    </dsp:sp>
    <dsp:sp modelId="{AFEC926D-080F-4071-9047-9351C1CF8EB3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Repository mining</a:t>
          </a:r>
        </a:p>
      </dsp:txBody>
      <dsp:txXfrm>
        <a:off x="51133" y="1153149"/>
        <a:ext cx="3683350" cy="945199"/>
      </dsp:txXfrm>
    </dsp:sp>
    <dsp:sp modelId="{598656E6-96B3-4BC5-AD2D-F84B514095FC}">
      <dsp:nvSpPr>
        <dsp:cNvPr id="0" name=""/>
        <dsp:cNvSpPr/>
      </dsp:nvSpPr>
      <dsp:spPr>
        <a:xfrm rot="5400000">
          <a:off x="6731621" y="-639403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700" kern="1200" dirty="0"/>
            <a:t>“How do developers perceive its benefits?”</a:t>
          </a:r>
        </a:p>
      </dsp:txBody>
      <dsp:txXfrm rot="-5400000">
        <a:off x="3785615" y="2347509"/>
        <a:ext cx="6689078" cy="756160"/>
      </dsp:txXfrm>
    </dsp:sp>
    <dsp:sp modelId="{70DBB661-90DA-433D-9BB1-FDBF12ECD653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Survey/Interview</a:t>
          </a:r>
        </a:p>
      </dsp:txBody>
      <dsp:txXfrm>
        <a:off x="51133" y="2252988"/>
        <a:ext cx="3683350" cy="945199"/>
      </dsp:txXfrm>
    </dsp:sp>
    <dsp:sp modelId="{36073158-7A5C-40ED-91FF-1CAB3272F53B}">
      <dsp:nvSpPr>
        <dsp:cNvPr id="0" name=""/>
        <dsp:cNvSpPr/>
      </dsp:nvSpPr>
      <dsp:spPr>
        <a:xfrm rot="5400000">
          <a:off x="6731621" y="460435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700" kern="1200" dirty="0"/>
            <a:t>“How and why did the workflow change?”</a:t>
          </a:r>
        </a:p>
      </dsp:txBody>
      <dsp:txXfrm rot="-5400000">
        <a:off x="3785615" y="3447347"/>
        <a:ext cx="6689078" cy="756160"/>
      </dsp:txXfrm>
    </dsp:sp>
    <dsp:sp modelId="{8B8D8E65-FA31-43E1-81E2-AD25D979F0D5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Case study</a:t>
          </a:r>
        </a:p>
      </dsp:txBody>
      <dsp:txXfrm>
        <a:off x="51133" y="3352827"/>
        <a:ext cx="3683350" cy="9451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4F7CD-09D0-42F2-9531-2AE412FD91DC}">
      <dsp:nvSpPr>
        <dsp:cNvPr id="0" name=""/>
        <dsp:cNvSpPr/>
      </dsp:nvSpPr>
      <dsp:spPr>
        <a:xfrm rot="5400000">
          <a:off x="7138779" y="-3096859"/>
          <a:ext cx="668848" cy="70336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 err="1"/>
            <a:t>quaL</a:t>
          </a:r>
          <a:r>
            <a:rPr lang="en-US" sz="2800" kern="1200" dirty="0"/>
            <a:t> </a:t>
          </a:r>
          <a:r>
            <a:rPr lang="en-US" sz="2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→ </a:t>
          </a:r>
          <a:r>
            <a:rPr lang="en-US" sz="28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quaN</a:t>
          </a:r>
          <a:r>
            <a:rPr lang="en-US" sz="2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; explore then confirm</a:t>
          </a:r>
          <a:endParaRPr lang="en-US" sz="2800" kern="1200" dirty="0"/>
        </a:p>
      </dsp:txBody>
      <dsp:txXfrm rot="-5400000">
        <a:off x="3956402" y="118168"/>
        <a:ext cx="7000953" cy="603548"/>
      </dsp:txXfrm>
    </dsp:sp>
    <dsp:sp modelId="{40F9DF1F-ECD6-4EFB-B676-A73C4274850F}">
      <dsp:nvSpPr>
        <dsp:cNvPr id="0" name=""/>
        <dsp:cNvSpPr/>
      </dsp:nvSpPr>
      <dsp:spPr>
        <a:xfrm>
          <a:off x="0" y="1912"/>
          <a:ext cx="3956402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Exploratory Sequential</a:t>
          </a:r>
        </a:p>
      </dsp:txBody>
      <dsp:txXfrm>
        <a:off x="40813" y="42725"/>
        <a:ext cx="3874776" cy="754434"/>
      </dsp:txXfrm>
    </dsp:sp>
    <dsp:sp modelId="{198EA20F-4E6C-4665-B823-814FF9A6661E}">
      <dsp:nvSpPr>
        <dsp:cNvPr id="0" name=""/>
        <dsp:cNvSpPr/>
      </dsp:nvSpPr>
      <dsp:spPr>
        <a:xfrm rot="5400000">
          <a:off x="7138779" y="-2218996"/>
          <a:ext cx="668848" cy="70336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 err="1"/>
            <a:t>quaN</a:t>
          </a:r>
          <a:r>
            <a:rPr lang="en-US" sz="2800" kern="1200" dirty="0"/>
            <a:t> </a:t>
          </a:r>
          <a:r>
            <a:rPr lang="en-US" sz="2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→ </a:t>
          </a:r>
          <a:r>
            <a:rPr lang="en-US" sz="28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quaL</a:t>
          </a:r>
          <a:r>
            <a:rPr lang="en-US" sz="2800" kern="1200" dirty="0"/>
            <a:t>; </a:t>
          </a:r>
          <a:r>
            <a:rPr lang="en-US" sz="2800" kern="1200"/>
            <a:t>interpret findings further</a:t>
          </a:r>
          <a:endParaRPr lang="en-US" sz="2800" kern="1200" dirty="0"/>
        </a:p>
      </dsp:txBody>
      <dsp:txXfrm rot="-5400000">
        <a:off x="3956402" y="996031"/>
        <a:ext cx="7000953" cy="603548"/>
      </dsp:txXfrm>
    </dsp:sp>
    <dsp:sp modelId="{AFEC926D-080F-4071-9047-9351C1CF8EB3}">
      <dsp:nvSpPr>
        <dsp:cNvPr id="0" name=""/>
        <dsp:cNvSpPr/>
      </dsp:nvSpPr>
      <dsp:spPr>
        <a:xfrm>
          <a:off x="0" y="879775"/>
          <a:ext cx="3956402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Explanatory Sequential</a:t>
          </a:r>
        </a:p>
      </dsp:txBody>
      <dsp:txXfrm>
        <a:off x="40813" y="920588"/>
        <a:ext cx="3874776" cy="754434"/>
      </dsp:txXfrm>
    </dsp:sp>
    <dsp:sp modelId="{1E1096E0-15E8-4200-B962-AD5182FDFAE7}">
      <dsp:nvSpPr>
        <dsp:cNvPr id="0" name=""/>
        <dsp:cNvSpPr/>
      </dsp:nvSpPr>
      <dsp:spPr>
        <a:xfrm rot="5400000">
          <a:off x="7138779" y="-1341132"/>
          <a:ext cx="668848" cy="70336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complementary insights</a:t>
          </a:r>
        </a:p>
      </dsp:txBody>
      <dsp:txXfrm rot="-5400000">
        <a:off x="3956402" y="1873895"/>
        <a:ext cx="7000953" cy="603548"/>
      </dsp:txXfrm>
    </dsp:sp>
    <dsp:sp modelId="{841CDB8C-C6C8-4029-9B76-82F127DD3160}">
      <dsp:nvSpPr>
        <dsp:cNvPr id="0" name=""/>
        <dsp:cNvSpPr/>
      </dsp:nvSpPr>
      <dsp:spPr>
        <a:xfrm>
          <a:off x="0" y="1757638"/>
          <a:ext cx="3956402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Convergent Parallel</a:t>
          </a:r>
        </a:p>
      </dsp:txBody>
      <dsp:txXfrm>
        <a:off x="40813" y="1798451"/>
        <a:ext cx="3874776" cy="754434"/>
      </dsp:txXfrm>
    </dsp:sp>
    <dsp:sp modelId="{598656E6-96B3-4BC5-AD2D-F84B514095FC}">
      <dsp:nvSpPr>
        <dsp:cNvPr id="0" name=""/>
        <dsp:cNvSpPr/>
      </dsp:nvSpPr>
      <dsp:spPr>
        <a:xfrm rot="5400000">
          <a:off x="7138779" y="-463269"/>
          <a:ext cx="668848" cy="70336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method 1 uses method 2 technique</a:t>
          </a:r>
        </a:p>
      </dsp:txBody>
      <dsp:txXfrm rot="-5400000">
        <a:off x="3956402" y="2751758"/>
        <a:ext cx="7000953" cy="603548"/>
      </dsp:txXfrm>
    </dsp:sp>
    <dsp:sp modelId="{70DBB661-90DA-433D-9BB1-FDBF12ECD653}">
      <dsp:nvSpPr>
        <dsp:cNvPr id="0" name=""/>
        <dsp:cNvSpPr/>
      </dsp:nvSpPr>
      <dsp:spPr>
        <a:xfrm>
          <a:off x="0" y="2635502"/>
          <a:ext cx="3956402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Embedded</a:t>
          </a:r>
        </a:p>
      </dsp:txBody>
      <dsp:txXfrm>
        <a:off x="40813" y="2676315"/>
        <a:ext cx="3874776" cy="754434"/>
      </dsp:txXfrm>
    </dsp:sp>
    <dsp:sp modelId="{36073158-7A5C-40ED-91FF-1CAB3272F53B}">
      <dsp:nvSpPr>
        <dsp:cNvPr id="0" name=""/>
        <dsp:cNvSpPr/>
      </dsp:nvSpPr>
      <dsp:spPr>
        <a:xfrm rot="5400000">
          <a:off x="7138779" y="414593"/>
          <a:ext cx="668848" cy="70336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kern="1200" dirty="0"/>
            <a:t>combinations; multiple projects</a:t>
          </a:r>
        </a:p>
      </dsp:txBody>
      <dsp:txXfrm rot="-5400000">
        <a:off x="3956402" y="3629620"/>
        <a:ext cx="7000953" cy="603548"/>
      </dsp:txXfrm>
    </dsp:sp>
    <dsp:sp modelId="{8B8D8E65-FA31-43E1-81E2-AD25D979F0D5}">
      <dsp:nvSpPr>
        <dsp:cNvPr id="0" name=""/>
        <dsp:cNvSpPr/>
      </dsp:nvSpPr>
      <dsp:spPr>
        <a:xfrm>
          <a:off x="0" y="3513365"/>
          <a:ext cx="3956402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Multiphase</a:t>
          </a:r>
        </a:p>
      </dsp:txBody>
      <dsp:txXfrm>
        <a:off x="40813" y="3554178"/>
        <a:ext cx="3874776" cy="7544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05BF0-C39B-4A68-BE65-B85D4E776C0C}">
      <dsp:nvSpPr>
        <dsp:cNvPr id="0" name=""/>
        <dsp:cNvSpPr/>
      </dsp:nvSpPr>
      <dsp:spPr>
        <a:xfrm>
          <a:off x="3953" y="949310"/>
          <a:ext cx="2377305" cy="83371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Software artifacts</a:t>
          </a:r>
        </a:p>
      </dsp:txBody>
      <dsp:txXfrm>
        <a:off x="3953" y="949310"/>
        <a:ext cx="2377305" cy="833710"/>
      </dsp:txXfrm>
    </dsp:sp>
    <dsp:sp modelId="{45CAD10C-1A6B-4F40-B93B-1F87F0553D39}">
      <dsp:nvSpPr>
        <dsp:cNvPr id="0" name=""/>
        <dsp:cNvSpPr/>
      </dsp:nvSpPr>
      <dsp:spPr>
        <a:xfrm>
          <a:off x="3953" y="1783020"/>
          <a:ext cx="2377305" cy="235646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Code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Tests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Commits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Issues</a:t>
          </a:r>
        </a:p>
      </dsp:txBody>
      <dsp:txXfrm>
        <a:off x="3953" y="1783020"/>
        <a:ext cx="2377305" cy="2356464"/>
      </dsp:txXfrm>
    </dsp:sp>
    <dsp:sp modelId="{600829A9-4D42-414C-860D-4824D350442C}">
      <dsp:nvSpPr>
        <dsp:cNvPr id="0" name=""/>
        <dsp:cNvSpPr/>
      </dsp:nvSpPr>
      <dsp:spPr>
        <a:xfrm>
          <a:off x="2714082" y="949310"/>
          <a:ext cx="2377305" cy="833710"/>
        </a:xfrm>
        <a:prstGeom prst="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Project artifacts</a:t>
          </a:r>
        </a:p>
      </dsp:txBody>
      <dsp:txXfrm>
        <a:off x="2714082" y="949310"/>
        <a:ext cx="2377305" cy="833710"/>
      </dsp:txXfrm>
    </dsp:sp>
    <dsp:sp modelId="{024F289B-DEE3-4250-99B3-2F484E2751BC}">
      <dsp:nvSpPr>
        <dsp:cNvPr id="0" name=""/>
        <dsp:cNvSpPr/>
      </dsp:nvSpPr>
      <dsp:spPr>
        <a:xfrm>
          <a:off x="2714082" y="1783020"/>
          <a:ext cx="2377305" cy="2356464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History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Releases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Code reviews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Discussions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Popularity</a:t>
          </a:r>
        </a:p>
      </dsp:txBody>
      <dsp:txXfrm>
        <a:off x="2714082" y="1783020"/>
        <a:ext cx="2377305" cy="2356464"/>
      </dsp:txXfrm>
    </dsp:sp>
    <dsp:sp modelId="{819FF874-FF86-4049-AC7C-EC1D37463014}">
      <dsp:nvSpPr>
        <dsp:cNvPr id="0" name=""/>
        <dsp:cNvSpPr/>
      </dsp:nvSpPr>
      <dsp:spPr>
        <a:xfrm>
          <a:off x="5424210" y="949310"/>
          <a:ext cx="2377305" cy="833710"/>
        </a:xfrm>
        <a:prstGeom prst="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Developer behavior</a:t>
          </a:r>
        </a:p>
      </dsp:txBody>
      <dsp:txXfrm>
        <a:off x="5424210" y="949310"/>
        <a:ext cx="2377305" cy="833710"/>
      </dsp:txXfrm>
    </dsp:sp>
    <dsp:sp modelId="{46BCD0DD-6990-421C-8211-056C685BA811}">
      <dsp:nvSpPr>
        <dsp:cNvPr id="0" name=""/>
        <dsp:cNvSpPr/>
      </dsp:nvSpPr>
      <dsp:spPr>
        <a:xfrm>
          <a:off x="5424210" y="1783020"/>
          <a:ext cx="2377305" cy="2356464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Demographics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Experience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Time spent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Quality of work</a:t>
          </a:r>
        </a:p>
      </dsp:txBody>
      <dsp:txXfrm>
        <a:off x="5424210" y="1783020"/>
        <a:ext cx="2377305" cy="2356464"/>
      </dsp:txXfrm>
    </dsp:sp>
    <dsp:sp modelId="{827D2CB1-DEB8-450C-9B72-E75E64C7829F}">
      <dsp:nvSpPr>
        <dsp:cNvPr id="0" name=""/>
        <dsp:cNvSpPr/>
      </dsp:nvSpPr>
      <dsp:spPr>
        <a:xfrm>
          <a:off x="8134339" y="949310"/>
          <a:ext cx="2377305" cy="833710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Context</a:t>
          </a:r>
        </a:p>
      </dsp:txBody>
      <dsp:txXfrm>
        <a:off x="8134339" y="949310"/>
        <a:ext cx="2377305" cy="833710"/>
      </dsp:txXfrm>
    </dsp:sp>
    <dsp:sp modelId="{A3261021-4769-42AD-A0D9-31CF35489DA2}">
      <dsp:nvSpPr>
        <dsp:cNvPr id="0" name=""/>
        <dsp:cNvSpPr/>
      </dsp:nvSpPr>
      <dsp:spPr>
        <a:xfrm>
          <a:off x="8134339" y="1783020"/>
          <a:ext cx="2377305" cy="2356464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Task complexity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Organizational policies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Organization type</a:t>
          </a:r>
        </a:p>
      </dsp:txBody>
      <dsp:txXfrm>
        <a:off x="8134339" y="1783020"/>
        <a:ext cx="2377305" cy="23564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7A837-2A06-44A1-9195-1FAA3ECB5566}">
      <dsp:nvSpPr>
        <dsp:cNvPr id="0" name=""/>
        <dsp:cNvSpPr/>
      </dsp:nvSpPr>
      <dsp:spPr>
        <a:xfrm>
          <a:off x="766584" y="531516"/>
          <a:ext cx="811316" cy="8113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4C78E-A8C9-4EBE-8720-6516C56BBC4C}">
      <dsp:nvSpPr>
        <dsp:cNvPr id="0" name=""/>
        <dsp:cNvSpPr/>
      </dsp:nvSpPr>
      <dsp:spPr>
        <a:xfrm>
          <a:off x="13219" y="1457167"/>
          <a:ext cx="2318046" cy="347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Productivity</a:t>
          </a:r>
        </a:p>
      </dsp:txBody>
      <dsp:txXfrm>
        <a:off x="13219" y="1457167"/>
        <a:ext cx="2318046" cy="347706"/>
      </dsp:txXfrm>
    </dsp:sp>
    <dsp:sp modelId="{CFDEE9E0-1C6A-44E1-92EC-4AA4BAAE94FB}">
      <dsp:nvSpPr>
        <dsp:cNvPr id="0" name=""/>
        <dsp:cNvSpPr/>
      </dsp:nvSpPr>
      <dsp:spPr>
        <a:xfrm>
          <a:off x="13219" y="1858054"/>
          <a:ext cx="2318046" cy="1332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Success on task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Time on task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Effort and cost</a:t>
          </a:r>
        </a:p>
      </dsp:txBody>
      <dsp:txXfrm>
        <a:off x="13219" y="1858054"/>
        <a:ext cx="2318046" cy="1332427"/>
      </dsp:txXfrm>
    </dsp:sp>
    <dsp:sp modelId="{1709D1FB-97E4-4CB9-8D19-72AA519A41C4}">
      <dsp:nvSpPr>
        <dsp:cNvPr id="0" name=""/>
        <dsp:cNvSpPr/>
      </dsp:nvSpPr>
      <dsp:spPr>
        <a:xfrm>
          <a:off x="3490289" y="531516"/>
          <a:ext cx="811316" cy="8113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30BC3-18DD-4DDC-BEB6-5B8BA64B5BA2}">
      <dsp:nvSpPr>
        <dsp:cNvPr id="0" name=""/>
        <dsp:cNvSpPr/>
      </dsp:nvSpPr>
      <dsp:spPr>
        <a:xfrm>
          <a:off x="2736924" y="1457167"/>
          <a:ext cx="2318046" cy="347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Quality</a:t>
          </a:r>
        </a:p>
      </dsp:txBody>
      <dsp:txXfrm>
        <a:off x="2736924" y="1457167"/>
        <a:ext cx="2318046" cy="347706"/>
      </dsp:txXfrm>
    </dsp:sp>
    <dsp:sp modelId="{671978C3-A77C-4EF6-8BBE-6E5010D0DB05}">
      <dsp:nvSpPr>
        <dsp:cNvPr id="0" name=""/>
        <dsp:cNvSpPr/>
      </dsp:nvSpPr>
      <dsp:spPr>
        <a:xfrm>
          <a:off x="2736924" y="1858054"/>
          <a:ext cx="2318046" cy="1332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Defect rates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Maintainability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Security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Performance </a:t>
          </a:r>
        </a:p>
      </dsp:txBody>
      <dsp:txXfrm>
        <a:off x="2736924" y="1858054"/>
        <a:ext cx="2318046" cy="1332427"/>
      </dsp:txXfrm>
    </dsp:sp>
    <dsp:sp modelId="{07DE81C2-CD95-40DD-A2EB-BB79623BB76C}">
      <dsp:nvSpPr>
        <dsp:cNvPr id="0" name=""/>
        <dsp:cNvSpPr/>
      </dsp:nvSpPr>
      <dsp:spPr>
        <a:xfrm>
          <a:off x="6213994" y="531516"/>
          <a:ext cx="811316" cy="8113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1AA19-7253-4110-A6D8-A89D8895A3CB}">
      <dsp:nvSpPr>
        <dsp:cNvPr id="0" name=""/>
        <dsp:cNvSpPr/>
      </dsp:nvSpPr>
      <dsp:spPr>
        <a:xfrm>
          <a:off x="5460629" y="1457167"/>
          <a:ext cx="2318046" cy="347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Personal</a:t>
          </a:r>
        </a:p>
      </dsp:txBody>
      <dsp:txXfrm>
        <a:off x="5460629" y="1457167"/>
        <a:ext cx="2318046" cy="347706"/>
      </dsp:txXfrm>
    </dsp:sp>
    <dsp:sp modelId="{FE7B40BE-EB8B-4EDE-8A22-6147C7AC7560}">
      <dsp:nvSpPr>
        <dsp:cNvPr id="0" name=""/>
        <dsp:cNvSpPr/>
      </dsp:nvSpPr>
      <dsp:spPr>
        <a:xfrm>
          <a:off x="5460629" y="1858054"/>
          <a:ext cx="2318046" cy="1332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Developer satisfaction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Cognitive load</a:t>
          </a:r>
        </a:p>
      </dsp:txBody>
      <dsp:txXfrm>
        <a:off x="5460629" y="1858054"/>
        <a:ext cx="2318046" cy="1332427"/>
      </dsp:txXfrm>
    </dsp:sp>
    <dsp:sp modelId="{CCB36A2D-D85B-41D9-BEBE-38DDF37742BF}">
      <dsp:nvSpPr>
        <dsp:cNvPr id="0" name=""/>
        <dsp:cNvSpPr/>
      </dsp:nvSpPr>
      <dsp:spPr>
        <a:xfrm>
          <a:off x="8937698" y="531516"/>
          <a:ext cx="811316" cy="8113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F52CB-9F8B-4712-8832-02571969D9E9}">
      <dsp:nvSpPr>
        <dsp:cNvPr id="0" name=""/>
        <dsp:cNvSpPr/>
      </dsp:nvSpPr>
      <dsp:spPr>
        <a:xfrm>
          <a:off x="8184333" y="1457167"/>
          <a:ext cx="2318046" cy="347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Organizational</a:t>
          </a:r>
        </a:p>
      </dsp:txBody>
      <dsp:txXfrm>
        <a:off x="8184333" y="1457167"/>
        <a:ext cx="2318046" cy="347706"/>
      </dsp:txXfrm>
    </dsp:sp>
    <dsp:sp modelId="{9BF2282C-8BF1-4FDC-8EE5-E8A0BE91D688}">
      <dsp:nvSpPr>
        <dsp:cNvPr id="0" name=""/>
        <dsp:cNvSpPr/>
      </dsp:nvSpPr>
      <dsp:spPr>
        <a:xfrm>
          <a:off x="8184333" y="1858054"/>
          <a:ext cx="2318046" cy="1332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Return on investment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Collaboration efficiency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Process improvement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 engagement</a:t>
          </a:r>
        </a:p>
      </dsp:txBody>
      <dsp:txXfrm>
        <a:off x="8184333" y="1858054"/>
        <a:ext cx="2318046" cy="13324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63F84-B2BF-4553-8FB4-4BFA09E7306A}">
      <dsp:nvSpPr>
        <dsp:cNvPr id="0" name=""/>
        <dsp:cNvSpPr/>
      </dsp:nvSpPr>
      <dsp:spPr>
        <a:xfrm>
          <a:off x="0" y="421159"/>
          <a:ext cx="9498496" cy="2249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189" tIns="437388" rIns="73718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Descriptive statistics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Distributional and validation checks (normality, reliability, …)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Model fitting (regression, time series, clustering, …)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Hypothesis testing (t-test, ANOVA, chi-square, …)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Accuracy evaluation (precision, recall, …)</a:t>
          </a:r>
        </a:p>
      </dsp:txBody>
      <dsp:txXfrm>
        <a:off x="0" y="421159"/>
        <a:ext cx="9498496" cy="2249100"/>
      </dsp:txXfrm>
    </dsp:sp>
    <dsp:sp modelId="{BA49517D-EEE5-46D5-80FA-3312BF160417}">
      <dsp:nvSpPr>
        <dsp:cNvPr id="0" name=""/>
        <dsp:cNvSpPr/>
      </dsp:nvSpPr>
      <dsp:spPr>
        <a:xfrm>
          <a:off x="474924" y="111199"/>
          <a:ext cx="6648947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1314" tIns="0" rIns="25131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Quantitative analysis</a:t>
          </a:r>
        </a:p>
      </dsp:txBody>
      <dsp:txXfrm>
        <a:off x="505186" y="141461"/>
        <a:ext cx="6588423" cy="559396"/>
      </dsp:txXfrm>
    </dsp:sp>
    <dsp:sp modelId="{7CFFA885-293E-4904-8C48-A1437B308820}">
      <dsp:nvSpPr>
        <dsp:cNvPr id="0" name=""/>
        <dsp:cNvSpPr/>
      </dsp:nvSpPr>
      <dsp:spPr>
        <a:xfrm>
          <a:off x="0" y="3093620"/>
          <a:ext cx="9498496" cy="2249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189" tIns="437388" rIns="73718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Grounded theory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Thematic analysis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Qualitative coding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Content analysis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Narrative analysis</a:t>
          </a:r>
        </a:p>
      </dsp:txBody>
      <dsp:txXfrm>
        <a:off x="0" y="3093620"/>
        <a:ext cx="9498496" cy="2249100"/>
      </dsp:txXfrm>
    </dsp:sp>
    <dsp:sp modelId="{D0D40326-004F-4496-B2ED-311492589040}">
      <dsp:nvSpPr>
        <dsp:cNvPr id="0" name=""/>
        <dsp:cNvSpPr/>
      </dsp:nvSpPr>
      <dsp:spPr>
        <a:xfrm>
          <a:off x="474924" y="2783660"/>
          <a:ext cx="6648947" cy="6199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1314" tIns="0" rIns="25131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Qualitative analysis</a:t>
          </a:r>
        </a:p>
      </dsp:txBody>
      <dsp:txXfrm>
        <a:off x="505186" y="2813922"/>
        <a:ext cx="6588423" cy="55939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BC34B-83B0-4EDD-A74F-444C0845AAC3}">
      <dsp:nvSpPr>
        <dsp:cNvPr id="0" name=""/>
        <dsp:cNvSpPr/>
      </dsp:nvSpPr>
      <dsp:spPr>
        <a:xfrm>
          <a:off x="1925" y="729625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Construct</a:t>
          </a:r>
        </a:p>
      </dsp:txBody>
      <dsp:txXfrm>
        <a:off x="34333" y="762033"/>
        <a:ext cx="2148183" cy="1041683"/>
      </dsp:txXfrm>
    </dsp:sp>
    <dsp:sp modelId="{F3BBD669-AD7B-4D21-87DB-1E994753E63A}">
      <dsp:nvSpPr>
        <dsp:cNvPr id="0" name=""/>
        <dsp:cNvSpPr/>
      </dsp:nvSpPr>
      <dsp:spPr>
        <a:xfrm>
          <a:off x="223225" y="1836125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DCF9A1-1640-4968-B8F6-C5EB40BF9777}">
      <dsp:nvSpPr>
        <dsp:cNvPr id="0" name=""/>
        <dsp:cNvSpPr/>
      </dsp:nvSpPr>
      <dsp:spPr>
        <a:xfrm>
          <a:off x="444525" y="2112750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Did the operational measures represent the concepts being studied?</a:t>
          </a:r>
        </a:p>
      </dsp:txBody>
      <dsp:txXfrm>
        <a:off x="476933" y="2145158"/>
        <a:ext cx="1705583" cy="1041683"/>
      </dsp:txXfrm>
    </dsp:sp>
    <dsp:sp modelId="{F9ABC2BB-4731-461B-A552-70ABF46B5061}">
      <dsp:nvSpPr>
        <dsp:cNvPr id="0" name=""/>
        <dsp:cNvSpPr/>
      </dsp:nvSpPr>
      <dsp:spPr>
        <a:xfrm>
          <a:off x="2768175" y="729625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Internal </a:t>
          </a:r>
        </a:p>
      </dsp:txBody>
      <dsp:txXfrm>
        <a:off x="2800583" y="762033"/>
        <a:ext cx="2148183" cy="1041683"/>
      </dsp:txXfrm>
    </dsp:sp>
    <dsp:sp modelId="{74257116-E7AA-4F1C-BFA8-6B6714A0D364}">
      <dsp:nvSpPr>
        <dsp:cNvPr id="0" name=""/>
        <dsp:cNvSpPr/>
      </dsp:nvSpPr>
      <dsp:spPr>
        <a:xfrm>
          <a:off x="2989475" y="1836125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4D5331-0871-4A69-BCE3-4C5C9563C352}">
      <dsp:nvSpPr>
        <dsp:cNvPr id="0" name=""/>
        <dsp:cNvSpPr/>
      </dsp:nvSpPr>
      <dsp:spPr>
        <a:xfrm>
          <a:off x="3210775" y="2112750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Were there alternative explanations for the observed effect?</a:t>
          </a:r>
        </a:p>
      </dsp:txBody>
      <dsp:txXfrm>
        <a:off x="3243183" y="2145158"/>
        <a:ext cx="1705583" cy="1041683"/>
      </dsp:txXfrm>
    </dsp:sp>
    <dsp:sp modelId="{247FF3D2-FA93-4976-8671-96E678EF8C8B}">
      <dsp:nvSpPr>
        <dsp:cNvPr id="0" name=""/>
        <dsp:cNvSpPr/>
      </dsp:nvSpPr>
      <dsp:spPr>
        <a:xfrm>
          <a:off x="5534424" y="729625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External</a:t>
          </a:r>
        </a:p>
      </dsp:txBody>
      <dsp:txXfrm>
        <a:off x="5566832" y="762033"/>
        <a:ext cx="2148183" cy="1041683"/>
      </dsp:txXfrm>
    </dsp:sp>
    <dsp:sp modelId="{8A990D84-7434-46DB-A53F-32D661F368EE}">
      <dsp:nvSpPr>
        <dsp:cNvPr id="0" name=""/>
        <dsp:cNvSpPr/>
      </dsp:nvSpPr>
      <dsp:spPr>
        <a:xfrm>
          <a:off x="5755724" y="1836125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8B366-9566-4E53-9463-52DB09DCC130}">
      <dsp:nvSpPr>
        <dsp:cNvPr id="0" name=""/>
        <dsp:cNvSpPr/>
      </dsp:nvSpPr>
      <dsp:spPr>
        <a:xfrm>
          <a:off x="5977024" y="2112750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Will the findings generalize outside the study context?</a:t>
          </a:r>
        </a:p>
      </dsp:txBody>
      <dsp:txXfrm>
        <a:off x="6009432" y="2145158"/>
        <a:ext cx="1705583" cy="1041683"/>
      </dsp:txXfrm>
    </dsp:sp>
    <dsp:sp modelId="{F5666AB8-BBD3-47BB-A803-1D1E70A53F95}">
      <dsp:nvSpPr>
        <dsp:cNvPr id="0" name=""/>
        <dsp:cNvSpPr/>
      </dsp:nvSpPr>
      <dsp:spPr>
        <a:xfrm>
          <a:off x="8300674" y="729625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Conclusion</a:t>
          </a:r>
        </a:p>
      </dsp:txBody>
      <dsp:txXfrm>
        <a:off x="8333082" y="762033"/>
        <a:ext cx="2148183" cy="1041683"/>
      </dsp:txXfrm>
    </dsp:sp>
    <dsp:sp modelId="{7DBB9C2F-AA2A-48CE-A593-DC3A854DD126}">
      <dsp:nvSpPr>
        <dsp:cNvPr id="0" name=""/>
        <dsp:cNvSpPr/>
      </dsp:nvSpPr>
      <dsp:spPr>
        <a:xfrm>
          <a:off x="8521974" y="1836125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DE615-4D3B-4C33-8360-1C682A62A409}">
      <dsp:nvSpPr>
        <dsp:cNvPr id="0" name=""/>
        <dsp:cNvSpPr/>
      </dsp:nvSpPr>
      <dsp:spPr>
        <a:xfrm>
          <a:off x="8743274" y="2112750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Did we draw the right conclusions from the results?</a:t>
          </a:r>
        </a:p>
      </dsp:txBody>
      <dsp:txXfrm>
        <a:off x="8775682" y="2145158"/>
        <a:ext cx="1705583" cy="10416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0B596-4987-474F-97A9-9AFF14DBBB05}">
      <dsp:nvSpPr>
        <dsp:cNvPr id="0" name=""/>
        <dsp:cNvSpPr/>
      </dsp:nvSpPr>
      <dsp:spPr>
        <a:xfrm>
          <a:off x="0" y="678789"/>
          <a:ext cx="10515600" cy="687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Start with the software engineering question you want answered.</a:t>
          </a:r>
        </a:p>
      </dsp:txBody>
      <dsp:txXfrm>
        <a:off x="33583" y="712372"/>
        <a:ext cx="10448434" cy="620794"/>
      </dsp:txXfrm>
    </dsp:sp>
    <dsp:sp modelId="{EE223D72-94C6-475F-92B0-22DB7D77CE93}">
      <dsp:nvSpPr>
        <dsp:cNvPr id="0" name=""/>
        <dsp:cNvSpPr/>
      </dsp:nvSpPr>
      <dsp:spPr>
        <a:xfrm>
          <a:off x="0" y="1447389"/>
          <a:ext cx="10515600" cy="68796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Identify the claims you hope to make.</a:t>
          </a:r>
        </a:p>
      </dsp:txBody>
      <dsp:txXfrm>
        <a:off x="33583" y="1480972"/>
        <a:ext cx="10448434" cy="620794"/>
      </dsp:txXfrm>
    </dsp:sp>
    <dsp:sp modelId="{DE236970-8D34-4ECF-B79F-79152ACF6617}">
      <dsp:nvSpPr>
        <dsp:cNvPr id="0" name=""/>
        <dsp:cNvSpPr/>
      </dsp:nvSpPr>
      <dsp:spPr>
        <a:xfrm>
          <a:off x="0" y="2215989"/>
          <a:ext cx="10515600" cy="68796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Design a study to find evidence supporting the claim (or not).</a:t>
          </a:r>
        </a:p>
      </dsp:txBody>
      <dsp:txXfrm>
        <a:off x="33583" y="2249572"/>
        <a:ext cx="10448434" cy="620794"/>
      </dsp:txXfrm>
    </dsp:sp>
    <dsp:sp modelId="{6ABD84FF-287A-407F-B6DD-80D319EA6B7D}">
      <dsp:nvSpPr>
        <dsp:cNvPr id="0" name=""/>
        <dsp:cNvSpPr/>
      </dsp:nvSpPr>
      <dsp:spPr>
        <a:xfrm>
          <a:off x="0" y="2984589"/>
          <a:ext cx="10515600" cy="687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Circle back to your question.</a:t>
          </a:r>
        </a:p>
      </dsp:txBody>
      <dsp:txXfrm>
        <a:off x="33583" y="3018172"/>
        <a:ext cx="10448434" cy="620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84D24-CB6B-4BA4-86FC-F79E8AEE06C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BE1F0-754E-4C3B-B533-2364B0D799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2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BE1F0-754E-4C3B-B533-2364B0D799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5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Appeal to a higher power.</a:t>
            </a:r>
          </a:p>
          <a:p>
            <a:r>
              <a:rPr lang="en-US" dirty="0"/>
              <a:t>Appeal to our intuition.</a:t>
            </a:r>
          </a:p>
          <a:p>
            <a:r>
              <a:rPr lang="en-US" dirty="0"/>
              <a:t>Appeal to our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BE1F0-754E-4C3B-B533-2364B0D799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BE1F0-754E-4C3B-B533-2364B0D799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73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some common types of analysis. Not exhaustive.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BE1F0-754E-4C3B-B533-2364B0D799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68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41298-C054-2AFA-D231-5D3F4E7C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5A04F-3E7F-C8A0-E4CC-78F9FA394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9F8B5-64B2-85AE-AE31-F4AFF5BD9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54C3E-8B46-30DC-AB65-DB70C67A4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BE1F0-754E-4C3B-B533-2364B0D799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32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9733-0F17-5CA5-E9C7-D907C9045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2396F-A6AB-397F-F7AD-D3949940F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89F22-F2EB-7FA6-89EB-053D40A3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D1C48-AB25-1AA9-083E-D4FAB2E3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B8EFB-D667-3A39-B49E-8FDEC05F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9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0A96-B8E6-9C87-B522-442EC2A2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8214-FD0D-E6C3-D97B-2BEED112F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48FFD-F634-1A90-F144-C1E98B5B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CDB02-B16C-E1F8-FA5F-4A3A5F6C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8D342-FA0D-FC73-CD9B-83E49512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8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DD13-2067-3353-F56F-9E45CE89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402C9-984B-6475-9FBE-8D15CD011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D8914-48A8-6666-A8E7-6D2841CB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394CF-2902-ECE2-CDAD-849F2EFD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0C52C-9CEE-88F0-8EE5-65346A2E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6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9F73-7624-3173-A003-18E59898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83EEB-0B1F-45FA-14E6-C99FA75E3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383C8-1C74-B910-CFFC-41FFE9A2C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AB3A0-B6AA-DB82-0457-1309AC67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22E34-15CB-D6D5-6225-F31FA184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CD878-E1B8-B6F8-2B7A-25790F2B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8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0D1A-F600-C982-0F63-D12D9B46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9CD61-7D69-AC9B-875B-72E11A98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12666-2968-9912-C863-C48B2D366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02C2D-A7C2-4227-CCF3-905719E87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8317A-91AB-40A7-12FC-407AD915F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16AC6C-D93E-C168-49D2-76F24AAE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A2F8A1-FA2F-AA7B-A224-13E5C115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DB5C7C-50B9-8E87-B9C2-9DE205D2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2A4B-5F0D-DC61-0AD3-9369B3A2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F51C5-6907-9385-CF62-C434FB090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599B5-FF3E-09AC-F5FC-6A4980DA9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E2F5B-6164-F55D-CF95-B6BE2325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3CD6E8-7C72-0B21-BAE9-3163869B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0FA6AE-91CF-CA4E-E5AC-3EE2DA97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3A3C0-E95A-2E6F-8F0C-C941B8EF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7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96D3-2FB0-3DA8-1E7C-6EB3E04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9605F-7252-81E4-414A-4E2425E39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77836-8DB9-F34E-9A95-6C473FABC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6FC4C-21FB-5B7F-6D00-A5F26884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75D-A182-8575-CDCD-CCB78456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0C26F-C282-8D1B-D5B1-3FBDB0CA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6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5ECD-D8A6-FEC6-B303-62A34F7C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2F00C-A5E5-51A0-A2E2-415700A915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35CB0-61CD-3C0C-E41D-E3E6F32AA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707C-11A0-0779-4988-134B6F78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A6BC4-2C6F-26AB-3699-BF6C4D56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0C223-4C0E-2054-122A-489A3E58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FA8E-93EA-164F-F6CF-C23029D9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B33CE-8FBD-AAA6-73E1-13A9398C8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84BDF-976E-BFB9-4E41-D3123DD9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57F11-0417-526E-93A2-5D39C4F4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107F3-D6E9-AF51-F24F-C3E5FE7EE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25868-103C-705F-907E-EA06FF723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F92E8-FAB5-B24B-C4BA-76EA72868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60EC5-07BB-64DE-C6EF-64728BF7C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3A00-221B-95FE-F818-1F46785F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CA693-4942-F835-4218-CBB511A8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9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96D0B-1A30-820C-0D2B-D941DD8E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2C1F2-72DB-760C-0401-7B94EB8FE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EC628-04BE-DD26-9725-8D8052E7F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809F1-8A81-47E3-A363-B8AC1B54315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37E3E-9B7F-7952-AA81-E7F64D428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6876C-131A-EE06-4081-4BC9019A8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765AE-51D5-4A0C-8FF3-C8F4FA81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2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hsiy@unomaha.ed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2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2.sigsoft.org/EmpiricalStandard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hsiy@unomaha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ear with compass turning gears without">
            <a:extLst>
              <a:ext uri="{FF2B5EF4-FFF2-40B4-BE49-F238E27FC236}">
                <a16:creationId xmlns:a16="http://schemas.microsoft.com/office/drawing/2014/main" id="{6958B404-5A4E-13FE-9AC7-571105A4B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A3A45-F474-ED4C-833B-391E471B0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Empirical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E4643-ECAD-DEA5-E1F8-31E0D5A16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 fontScale="92500"/>
          </a:bodyPr>
          <a:lstStyle/>
          <a:p>
            <a:pPr algn="l"/>
            <a:r>
              <a:rPr lang="en-US" sz="1800" dirty="0"/>
              <a:t>Establishing evidence-based practices to improve software developer productivity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C28AA6-57F3-CD83-D086-AA0E04C1C404}"/>
              </a:ext>
            </a:extLst>
          </p:cNvPr>
          <p:cNvSpPr txBox="1"/>
          <p:nvPr/>
        </p:nvSpPr>
        <p:spPr>
          <a:xfrm>
            <a:off x="7518204" y="5547213"/>
            <a:ext cx="4150335" cy="830997"/>
          </a:xfrm>
          <a:prstGeom prst="rect">
            <a:avLst/>
          </a:prstGeom>
          <a:solidFill>
            <a:srgbClr val="FFFFBD"/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Harvey Siy</a:t>
            </a:r>
          </a:p>
          <a:p>
            <a:r>
              <a:rPr lang="en-US" sz="1600" i="1" dirty="0"/>
              <a:t>Professor, Department of Computer Science</a:t>
            </a:r>
          </a:p>
          <a:p>
            <a:r>
              <a:rPr lang="en-US" sz="1600" i="1" dirty="0">
                <a:hlinkClick r:id="rId4"/>
              </a:rPr>
              <a:t>hsiy@unomaha.edu</a:t>
            </a:r>
            <a:r>
              <a:rPr lang="en-US" sz="16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781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7851-8808-B769-6345-104CC3B2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empirical evidence?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B16E-1BD0-9D70-B3A5-C9B049578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i="1" dirty="0">
                <a:solidFill>
                  <a:schemeClr val="bg1">
                    <a:lumMod val="50000"/>
                  </a:schemeClr>
                </a:solidFill>
              </a:rPr>
              <a:t>“AI makes developers more productive.”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How can we know if this is true?</a:t>
            </a:r>
          </a:p>
          <a:p>
            <a:pPr marL="0" indent="0" algn="ctr">
              <a:buNone/>
            </a:pPr>
            <a:r>
              <a:rPr lang="en-US" i="1" dirty="0"/>
              <a:t>“Because our favorite expert says so.”</a:t>
            </a:r>
          </a:p>
          <a:p>
            <a:pPr marL="0" indent="0" algn="ctr">
              <a:buNone/>
            </a:pPr>
            <a:r>
              <a:rPr lang="en-US" i="1" dirty="0"/>
              <a:t>“I have a gut feeling about that.”</a:t>
            </a:r>
          </a:p>
          <a:p>
            <a:pPr marL="0" indent="0" algn="ctr">
              <a:buNone/>
            </a:pPr>
            <a:r>
              <a:rPr lang="en-US" i="1" dirty="0"/>
              <a:t>“It helped me finish my last project in record time.”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What evidence could support or challenge this claim?</a:t>
            </a:r>
          </a:p>
        </p:txBody>
      </p:sp>
    </p:spTree>
    <p:extLst>
      <p:ext uri="{BB962C8B-B14F-4D97-AF65-F5344CB8AC3E}">
        <p14:creationId xmlns:p14="http://schemas.microsoft.com/office/powerpoint/2010/main" val="270900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A54D-2314-2AC4-B28C-A8BF35B8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empirical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F8F62-452B-D55C-0114-877CEDE4B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ESE is about making credible claims for improving software engineering phenomena using systematic empirical evidence.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C080667-C52C-D684-7C5C-FBAC481F29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784409"/>
              </p:ext>
            </p:extLst>
          </p:nvPr>
        </p:nvGraphicFramePr>
        <p:xfrm>
          <a:off x="556591" y="2484784"/>
          <a:ext cx="10962861" cy="2802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454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C37253-C9C4-8143-DD0E-3B030ED9D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software engineering phenomena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6284FC-6060-8437-CD7D-50F975F1FF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3617027"/>
              </p:ext>
            </p:extLst>
          </p:nvPr>
        </p:nvGraphicFramePr>
        <p:xfrm>
          <a:off x="838200" y="3021493"/>
          <a:ext cx="9299713" cy="3230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1B5ABCA-D79B-3AE2-C213-2335B011EB6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21F1DC-F358-1A40-5F24-1A51A260EA8C}"/>
              </a:ext>
            </a:extLst>
          </p:cNvPr>
          <p:cNvSpPr/>
          <p:nvPr/>
        </p:nvSpPr>
        <p:spPr>
          <a:xfrm>
            <a:off x="8796130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97462-0546-7F93-C859-E476EAD05799}"/>
              </a:ext>
            </a:extLst>
          </p:cNvPr>
          <p:cNvSpPr txBox="1"/>
          <p:nvPr/>
        </p:nvSpPr>
        <p:spPr>
          <a:xfrm>
            <a:off x="1590261" y="1690688"/>
            <a:ext cx="8448261" cy="1077218"/>
          </a:xfrm>
          <a:prstGeom prst="rect">
            <a:avLst/>
          </a:prstGeom>
          <a:solidFill>
            <a:srgbClr val="FFFFB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Software engineering often requires </a:t>
            </a:r>
            <a:r>
              <a:rPr lang="en-US" sz="3200" i="1"/>
              <a:t>studying both technical </a:t>
            </a:r>
            <a:r>
              <a:rPr lang="en-US" sz="3200" i="1" dirty="0"/>
              <a:t>and human dimensions.</a:t>
            </a:r>
          </a:p>
        </p:txBody>
      </p:sp>
    </p:spTree>
    <p:extLst>
      <p:ext uri="{BB962C8B-B14F-4D97-AF65-F5344CB8AC3E}">
        <p14:creationId xmlns:p14="http://schemas.microsoft.com/office/powerpoint/2010/main" val="401785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F099-62B0-F25F-3DB6-11CE86B2C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F60F6-CCB0-2CBB-4279-41B7E0AA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the question researchable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53FF25-923C-848C-3464-1ECF39C8CE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131733"/>
              </p:ext>
            </p:extLst>
          </p:nvPr>
        </p:nvGraphicFramePr>
        <p:xfrm>
          <a:off x="838200" y="3091069"/>
          <a:ext cx="10515600" cy="2429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A7B538-DEFF-C9BE-2F63-DFB4CE98B5EE}"/>
              </a:ext>
            </a:extLst>
          </p:cNvPr>
          <p:cNvSpPr txBox="1"/>
          <p:nvPr/>
        </p:nvSpPr>
        <p:spPr>
          <a:xfrm>
            <a:off x="838200" y="6572715"/>
            <a:ext cx="105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Basili, et al. (1994). Goal-question-metric paradigm. </a:t>
            </a:r>
            <a:r>
              <a:rPr lang="en-US" sz="1200" i="1" dirty="0"/>
              <a:t>Encyclopedia of Software Engineering 1</a:t>
            </a:r>
            <a:r>
              <a:rPr lang="en-US" sz="1200" dirty="0"/>
              <a:t>(6).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0473E-7229-4DE6-14BE-538E403BC10B}"/>
              </a:ext>
            </a:extLst>
          </p:cNvPr>
          <p:cNvSpPr txBox="1"/>
          <p:nvPr/>
        </p:nvSpPr>
        <p:spPr>
          <a:xfrm>
            <a:off x="2830995" y="1690688"/>
            <a:ext cx="6530009" cy="1077218"/>
          </a:xfrm>
          <a:prstGeom prst="rect">
            <a:avLst/>
          </a:prstGeom>
          <a:solidFill>
            <a:srgbClr val="FFFFB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Research questions should guide method selection and study design.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4E3F31-CDA5-FDEF-2C3E-AD47D03C2CC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D00292-7C8B-F213-7437-D71850EC2063}"/>
              </a:ext>
            </a:extLst>
          </p:cNvPr>
          <p:cNvSpPr/>
          <p:nvPr/>
        </p:nvSpPr>
        <p:spPr>
          <a:xfrm>
            <a:off x="8796130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3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4307-BB35-8AF0-B20F-D8F000CB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19AE4A-6B79-C3F4-98F0-A384A210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1A0BC21-CD97-431E-7AE9-FA9975C93E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8934821"/>
              </p:ext>
            </p:extLst>
          </p:nvPr>
        </p:nvGraphicFramePr>
        <p:xfrm>
          <a:off x="838200" y="1277213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53CF451-B814-6F69-A51D-02C9DD4AF3D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21E7D1-5665-E33F-32A2-34A34F618476}"/>
              </a:ext>
            </a:extLst>
          </p:cNvPr>
          <p:cNvSpPr/>
          <p:nvPr/>
        </p:nvSpPr>
        <p:spPr>
          <a:xfrm>
            <a:off x="9452114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2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8E6AA-A23D-2BC4-5A05-036E3DE54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4D932-4D19-AE32-F361-E16D4E18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8693"/>
            <a:ext cx="10515600" cy="4675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5CF978-C697-91EA-8E44-35A84AAA818A}"/>
              </a:ext>
            </a:extLst>
          </p:cNvPr>
          <p:cNvSpPr txBox="1"/>
          <p:nvPr/>
        </p:nvSpPr>
        <p:spPr>
          <a:xfrm>
            <a:off x="838200" y="6572715"/>
            <a:ext cx="105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Ko, et al. (2015). A practical guide to controlled experiments of software engineering tools with human participants. </a:t>
            </a:r>
            <a:r>
              <a:rPr lang="en-US" sz="1200" i="1" dirty="0"/>
              <a:t>Empirical Software Engineering 20</a:t>
            </a:r>
            <a:r>
              <a:rPr lang="en-US" sz="1200" dirty="0"/>
              <a:t>(1).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A9C46E-4656-57EB-7729-E117C8DAF7D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FAED70-BE3C-69A2-B5FA-89F00CA534AF}"/>
              </a:ext>
            </a:extLst>
          </p:cNvPr>
          <p:cNvSpPr/>
          <p:nvPr/>
        </p:nvSpPr>
        <p:spPr>
          <a:xfrm>
            <a:off x="9452114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FC28-912A-79DF-F229-58AD179C3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Mining software repositories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D5EDF-F509-4605-6CBB-5A3D4992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179" y="1429777"/>
            <a:ext cx="7287642" cy="4782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A9E630-723C-5E7A-741C-9772BA2DCDD9}"/>
              </a:ext>
            </a:extLst>
          </p:cNvPr>
          <p:cNvSpPr txBox="1"/>
          <p:nvPr/>
        </p:nvSpPr>
        <p:spPr>
          <a:xfrm>
            <a:off x="838200" y="6572715"/>
            <a:ext cx="105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Codabux</a:t>
            </a:r>
            <a:r>
              <a:rPr lang="en-US" sz="1200" dirty="0"/>
              <a:t>, et al. (2024). Teaching mining software repositories. </a:t>
            </a:r>
            <a:r>
              <a:rPr lang="en-US" sz="1200" i="1" dirty="0"/>
              <a:t>Handbook on Teaching Empirical Software Engineering</a:t>
            </a:r>
            <a:r>
              <a:rPr lang="en-US" sz="1200" dirty="0"/>
              <a:t>, Springer.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895C8-B234-2171-BDB4-FAAC0FBA81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56E93C-798B-1287-876A-7DFD7756468C}"/>
              </a:ext>
            </a:extLst>
          </p:cNvPr>
          <p:cNvSpPr/>
          <p:nvPr/>
        </p:nvSpPr>
        <p:spPr>
          <a:xfrm>
            <a:off x="9452114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53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37F0-1418-5FBC-E3C2-630472A3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the method to match the question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A189B0-95CD-08FE-41CB-74A033D15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1561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2817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FF1C-25DF-5DB3-F71C-19400ADA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you mix it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79B3-85AD-978B-6E02-AEAA51912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0"/>
            <a:ext cx="10515600" cy="709312"/>
          </a:xfrm>
          <a:solidFill>
            <a:srgbClr val="FFFFBD"/>
          </a:solidFill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Mixed methods research</a:t>
            </a:r>
            <a:r>
              <a:rPr lang="en-US" dirty="0"/>
              <a:t>: multiple methods are used to collect, analyze, and integrate both qualitative and quantitative data to address a research problem and produce novel insights.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905D94-8D32-9F58-B83E-4947D54A3861}"/>
              </a:ext>
            </a:extLst>
          </p:cNvPr>
          <p:cNvSpPr txBox="1"/>
          <p:nvPr/>
        </p:nvSpPr>
        <p:spPr>
          <a:xfrm>
            <a:off x="838200" y="6572715"/>
            <a:ext cx="105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Storey</a:t>
            </a:r>
            <a:r>
              <a:rPr lang="en-US" sz="1200" dirty="0"/>
              <a:t>, et al. (2025). Guiding principles for mixed methods research in software engineering. </a:t>
            </a:r>
            <a:r>
              <a:rPr lang="en-US" sz="1200" i="1" dirty="0"/>
              <a:t>Empirical Software Engineering 30</a:t>
            </a:r>
            <a:r>
              <a:rPr lang="en-US" sz="1200" dirty="0"/>
              <a:t>(5).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1DDE9-8645-2CE7-7A1A-19C12F2E4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70" y="2269265"/>
            <a:ext cx="9879495" cy="4241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F325FA-5DC2-1503-A8AD-3520F2918B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C05C720-0F08-50DD-869C-C573F91FC18A}"/>
              </a:ext>
            </a:extLst>
          </p:cNvPr>
          <p:cNvSpPr/>
          <p:nvPr/>
        </p:nvSpPr>
        <p:spPr>
          <a:xfrm>
            <a:off x="9452114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6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BFFB8-DBE9-FF3E-2804-4D9193D9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method designs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F051636-8A02-8537-6E0C-8B66108E36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4734120"/>
              </p:ext>
            </p:extLst>
          </p:nvPr>
        </p:nvGraphicFramePr>
        <p:xfrm>
          <a:off x="838200" y="1825625"/>
          <a:ext cx="109900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00C3F2E-B8C7-25DC-A7B8-26C9BB4B8576}"/>
              </a:ext>
            </a:extLst>
          </p:cNvPr>
          <p:cNvSpPr txBox="1"/>
          <p:nvPr/>
        </p:nvSpPr>
        <p:spPr>
          <a:xfrm>
            <a:off x="838200" y="6572715"/>
            <a:ext cx="105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Storey</a:t>
            </a:r>
            <a:r>
              <a:rPr lang="en-US" sz="1200" dirty="0"/>
              <a:t>, et al. (2025). Guiding principles for mixed methods research in software engineering. </a:t>
            </a:r>
            <a:r>
              <a:rPr lang="en-US" sz="1200" i="1" dirty="0"/>
              <a:t>Empirical Software Engineering 30</a:t>
            </a:r>
            <a:r>
              <a:rPr lang="en-US" sz="1200" dirty="0"/>
              <a:t>(5).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50C36C-F3EA-9BB5-FA72-0673185D13A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CCF3F6B-8A79-EFE2-9D01-3331B34982DF}"/>
              </a:ext>
            </a:extLst>
          </p:cNvPr>
          <p:cNvSpPr/>
          <p:nvPr/>
        </p:nvSpPr>
        <p:spPr>
          <a:xfrm>
            <a:off x="9452114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85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FAFF8D-EA39-F447-C367-E556C7DD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/>
              <a:t>When to use mixed-methods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288ED-90E9-0A26-EBE9-207C8A7FD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48" y="1646646"/>
            <a:ext cx="10512051" cy="4450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3C0894-BEC5-3D01-410F-0CA547331357}"/>
              </a:ext>
            </a:extLst>
          </p:cNvPr>
          <p:cNvSpPr txBox="1"/>
          <p:nvPr/>
        </p:nvSpPr>
        <p:spPr>
          <a:xfrm>
            <a:off x="838200" y="6572715"/>
            <a:ext cx="10586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Storey</a:t>
            </a:r>
            <a:r>
              <a:rPr lang="en-US" sz="1200" dirty="0"/>
              <a:t>, et al. (2025). Guiding principles for mixed methods research in software engineering. </a:t>
            </a:r>
            <a:r>
              <a:rPr lang="en-US" sz="1200" i="1" dirty="0"/>
              <a:t>Empirical Software Engineering 30</a:t>
            </a:r>
            <a:r>
              <a:rPr lang="en-US" sz="1200" dirty="0"/>
              <a:t>(5).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7C39CD-197B-BD4C-BD02-4CAA3C527E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EDB612-ABF0-161A-BE0E-AA2069909781}"/>
              </a:ext>
            </a:extLst>
          </p:cNvPr>
          <p:cNvSpPr/>
          <p:nvPr/>
        </p:nvSpPr>
        <p:spPr>
          <a:xfrm>
            <a:off x="9452114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77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E125-36D1-DCCC-AEFF-52023EA4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data to collect?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4F48E1-6815-B1A1-438F-5ED315998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5397395"/>
              </p:ext>
            </p:extLst>
          </p:nvPr>
        </p:nvGraphicFramePr>
        <p:xfrm>
          <a:off x="838199" y="1404080"/>
          <a:ext cx="10515599" cy="5088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87F17A5-60F8-C68F-22D0-80B71304A2A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B64D16-037D-EFEE-FE11-3DEE7E29D8D3}"/>
              </a:ext>
            </a:extLst>
          </p:cNvPr>
          <p:cNvSpPr/>
          <p:nvPr/>
        </p:nvSpPr>
        <p:spPr>
          <a:xfrm>
            <a:off x="10108096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71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6F6C-ADE3-CFBC-8CAB-88766C8E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A558A4-84E0-0299-D41F-802E42A21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760376"/>
              </p:ext>
            </p:extLst>
          </p:nvPr>
        </p:nvGraphicFramePr>
        <p:xfrm>
          <a:off x="838200" y="1709532"/>
          <a:ext cx="10515600" cy="372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D25D4C-9695-1EF7-3C2F-8B82E0EDE8D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7506D3-3C7E-8C3C-5BAA-C3B2FD534EAB}"/>
              </a:ext>
            </a:extLst>
          </p:cNvPr>
          <p:cNvSpPr/>
          <p:nvPr/>
        </p:nvSpPr>
        <p:spPr>
          <a:xfrm>
            <a:off x="10764081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44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DFE62-DFB7-CA67-9D1B-29C03992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8063-73B0-E5E3-BEB0-9991CEC1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empirical evidence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79252A5-E8ED-9A4B-8B90-FD2ABB73AB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1246281"/>
              </p:ext>
            </p:extLst>
          </p:nvPr>
        </p:nvGraphicFramePr>
        <p:xfrm>
          <a:off x="838200" y="1237457"/>
          <a:ext cx="9498496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7B31FB8-DE57-9615-C7E5-A59EDC6377A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77058D2-17D5-D09F-D910-A2AC3EA53331}"/>
              </a:ext>
            </a:extLst>
          </p:cNvPr>
          <p:cNvSpPr/>
          <p:nvPr/>
        </p:nvSpPr>
        <p:spPr>
          <a:xfrm>
            <a:off x="10764081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41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DA73-0799-2A05-DE4C-275D2E7D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Defending the findings: Threats to validity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E26B5-B694-1352-E0CD-A2D5C75DAD90}"/>
              </a:ext>
            </a:extLst>
          </p:cNvPr>
          <p:cNvSpPr txBox="1"/>
          <p:nvPr/>
        </p:nvSpPr>
        <p:spPr>
          <a:xfrm>
            <a:off x="838200" y="6403752"/>
            <a:ext cx="1058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Cook &amp; Campbell. (1979). </a:t>
            </a:r>
            <a:r>
              <a:rPr lang="en-US" sz="1200" i="1" dirty="0"/>
              <a:t>Quasi-experimentation: Design &amp; analysis issues for field settings.</a:t>
            </a:r>
            <a:r>
              <a:rPr lang="en-US" sz="1200" dirty="0"/>
              <a:t> Houghton Mifflin.</a:t>
            </a:r>
          </a:p>
          <a:p>
            <a:pPr algn="ctr"/>
            <a:r>
              <a:rPr lang="en-US" sz="1200" dirty="0"/>
              <a:t>Lago, et al. (2024). Threats to Validity in Software Engineering – hypocritical paper section or essential analysis? </a:t>
            </a:r>
            <a:r>
              <a:rPr lang="en-US" sz="1200" i="1" dirty="0"/>
              <a:t>ESEM 2024</a:t>
            </a:r>
            <a:r>
              <a:rPr lang="en-US" sz="1200" dirty="0"/>
              <a:t>.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F297A88-7E0A-3FD6-DCF5-8504DAD45B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832253"/>
              </p:ext>
            </p:extLst>
          </p:nvPr>
        </p:nvGraphicFramePr>
        <p:xfrm>
          <a:off x="838200" y="1611861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5EC645F-9712-81F5-A072-0380EC93BF7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8962" y="198781"/>
            <a:ext cx="3157874" cy="3608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B30668-6CB2-D69D-C82E-0400AACE6A99}"/>
              </a:ext>
            </a:extLst>
          </p:cNvPr>
          <p:cNvSpPr/>
          <p:nvPr/>
        </p:nvSpPr>
        <p:spPr>
          <a:xfrm>
            <a:off x="11420060" y="198783"/>
            <a:ext cx="496957" cy="337930"/>
          </a:xfrm>
          <a:prstGeom prst="rect">
            <a:avLst/>
          </a:prstGeom>
          <a:solidFill>
            <a:srgbClr val="FFFFBD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49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C08B-1F79-7551-7A21-B666FBEF8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4452-860F-52F0-2EFA-D57277D4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for effective empirical research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25BB6D0-AB96-0373-A642-5E61D39283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5733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562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CAC3B-EC3C-C07B-6004-396B6B42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CB827-A8D9-A4AE-16E7-18F1F071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ACM SIGSOFT Empirical Standards: </a:t>
            </a:r>
            <a:r>
              <a:rPr lang="en-US" dirty="0">
                <a:hlinkClick r:id="rId2"/>
              </a:rPr>
              <a:t>https://www2.sigsoft.org/EmpiricalStandards/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Ko, A. J., LaToza, T. D., &amp; Burnett, M. M. (2015). A practical guide to controlled experiments of software engineering tools with human participants. </a:t>
            </a:r>
            <a:r>
              <a:rPr lang="en-US" i="1" dirty="0"/>
              <a:t>Empirical Software Engineering, 20</a:t>
            </a:r>
            <a:r>
              <a:rPr lang="en-US" dirty="0"/>
              <a:t>(1), 110-141.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Storey</a:t>
            </a:r>
            <a:r>
              <a:rPr lang="en-US" dirty="0"/>
              <a:t>, M. A., Hoda, R., Maciel Paz Milani, A., &amp; Baldassarre, M. T. (2025). Guiding principles for mixed methods research in software engineering. </a:t>
            </a:r>
            <a:r>
              <a:rPr lang="en-US" i="1" dirty="0"/>
              <a:t>Empirical Software Engineering, 30</a:t>
            </a:r>
            <a:r>
              <a:rPr lang="en-US" dirty="0"/>
              <a:t>(5), 138.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Esposito, M., Robredo, M., Sridharan, M., Travassos, G. H., Peñaloza, R., &amp; Lenarduzzi, V. (2026). A critical reflection on the state of data analysis in empirical software engineering. </a:t>
            </a:r>
            <a:r>
              <a:rPr lang="en-US" i="1" dirty="0"/>
              <a:t>ACM Transactions on Software Engineering and Methodology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34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77BA7-67BC-47E4-75A5-3DD4482E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ear with compass turning gears without">
            <a:extLst>
              <a:ext uri="{FF2B5EF4-FFF2-40B4-BE49-F238E27FC236}">
                <a16:creationId xmlns:a16="http://schemas.microsoft.com/office/drawing/2014/main" id="{EBB2AF1A-8494-2ED7-1580-095E26002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8DF97C1-E09B-82FD-10B3-1D8DBD1F2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6CEC7-EDEA-4C28-4EBA-352F0530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Empirical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417E6-BC42-345A-33F3-064CFE976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 fontScale="92500"/>
          </a:bodyPr>
          <a:lstStyle/>
          <a:p>
            <a:pPr algn="l"/>
            <a:r>
              <a:rPr lang="en-US" sz="1800" dirty="0"/>
              <a:t>Establishing evidence-based practices to improve software developer productivity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4C4540-C1B2-B5F1-8AEF-C3319259E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7DB5BF-378F-A652-0D04-CACC0AF58DD3}"/>
              </a:ext>
            </a:extLst>
          </p:cNvPr>
          <p:cNvSpPr txBox="1"/>
          <p:nvPr/>
        </p:nvSpPr>
        <p:spPr>
          <a:xfrm>
            <a:off x="7518204" y="5547213"/>
            <a:ext cx="4150335" cy="830997"/>
          </a:xfrm>
          <a:prstGeom prst="rect">
            <a:avLst/>
          </a:prstGeom>
          <a:solidFill>
            <a:srgbClr val="FFFFBD"/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Harvey Siy</a:t>
            </a:r>
          </a:p>
          <a:p>
            <a:r>
              <a:rPr lang="en-US" sz="1600" i="1" dirty="0"/>
              <a:t>Professor, Department of Computer Science</a:t>
            </a:r>
          </a:p>
          <a:p>
            <a:r>
              <a:rPr lang="en-US" sz="1600" i="1" dirty="0">
                <a:hlinkClick r:id="rId4"/>
              </a:rPr>
              <a:t>hsiy@unomaha.edu</a:t>
            </a:r>
            <a:r>
              <a:rPr lang="en-US" sz="16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6878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993</Words>
  <Application>Microsoft Office PowerPoint</Application>
  <PresentationFormat>Widescreen</PresentationFormat>
  <Paragraphs>178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Empirical Software Engineering</vt:lpstr>
      <vt:lpstr>Why do we need empirical evidence?</vt:lpstr>
      <vt:lpstr>What is empirical software engineering?</vt:lpstr>
      <vt:lpstr>Typical software engineering phenomena</vt:lpstr>
      <vt:lpstr>Make the question researchable</vt:lpstr>
      <vt:lpstr>Research methods</vt:lpstr>
      <vt:lpstr>Controlled experiments</vt:lpstr>
      <vt:lpstr>Mining software repositories</vt:lpstr>
      <vt:lpstr>Choose the method to match the question</vt:lpstr>
      <vt:lpstr>Sometimes you mix it up</vt:lpstr>
      <vt:lpstr>Mixed method designs</vt:lpstr>
      <vt:lpstr>When to use mixed-methods</vt:lpstr>
      <vt:lpstr>What data to collect?</vt:lpstr>
      <vt:lpstr>Measuring the outcomes</vt:lpstr>
      <vt:lpstr>Analyzing the empirical evidence</vt:lpstr>
      <vt:lpstr>Defending the findings: Threats to validity</vt:lpstr>
      <vt:lpstr>Takeaways for effective empirical research</vt:lpstr>
      <vt:lpstr>Some references</vt:lpstr>
      <vt:lpstr>Empirical Software Engineering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Harvey Siy</dc:creator>
  <cp:lastModifiedBy>Harvey Siy</cp:lastModifiedBy>
  <cp:revision>7</cp:revision>
  <dcterms:created xsi:type="dcterms:W3CDTF">2026-10-13T06:00:28Z</dcterms:created>
  <dcterms:modified xsi:type="dcterms:W3CDTF">2026-10-14T20:57:49Z</dcterms:modified>
</cp:coreProperties>
</file>